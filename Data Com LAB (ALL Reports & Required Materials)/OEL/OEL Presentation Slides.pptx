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4"/>
  </p:sldMasterIdLst>
  <p:notesMasterIdLst>
    <p:notesMasterId r:id="rId19"/>
  </p:notesMasterIdLst>
  <p:sldIdLst>
    <p:sldId id="256" r:id="rId5"/>
    <p:sldId id="257" r:id="rId6"/>
    <p:sldId id="258" r:id="rId7"/>
    <p:sldId id="317" r:id="rId8"/>
    <p:sldId id="311" r:id="rId9"/>
    <p:sldId id="318" r:id="rId10"/>
    <p:sldId id="319" r:id="rId11"/>
    <p:sldId id="321" r:id="rId12"/>
    <p:sldId id="260" r:id="rId13"/>
    <p:sldId id="262" r:id="rId14"/>
    <p:sldId id="320" r:id="rId15"/>
    <p:sldId id="264" r:id="rId16"/>
    <p:sldId id="267" r:id="rId17"/>
    <p:sldId id="306" r:id="rId18"/>
  </p:sldIdLst>
  <p:sldSz cx="9144000" cy="5143500" type="screen16x9"/>
  <p:notesSz cx="6858000" cy="9144000"/>
  <p:embeddedFontLst>
    <p:embeddedFont>
      <p:font typeface="Bahnschrift SemiBold" panose="020B0502040204020203" pitchFamily="34" charset="0"/>
      <p:bold r:id="rId20"/>
    </p:embeddedFont>
    <p:embeddedFont>
      <p:font typeface="Montserrat" panose="00000500000000000000" pitchFamily="2" charset="0"/>
      <p:regular r:id="rId21"/>
      <p:bold r:id="rId22"/>
      <p:italic r:id="rId23"/>
      <p:boldItalic r:id="rId24"/>
    </p:embeddedFont>
    <p:embeddedFont>
      <p:font typeface="Montserrat ExtraBold" panose="00000900000000000000" pitchFamily="2" charset="0"/>
      <p:bold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B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30159-C4F7-8EE4-001C-A4B27C29ADFB}" v="5" dt="2025-05-28T19:18:46.278"/>
    <p1510:client id="{3C6DDF99-890F-532D-2A7E-5CAEFD7D9D36}" v="5" dt="2025-05-28T19:22:20.030"/>
  </p1510:revLst>
</p1510:revInfo>
</file>

<file path=ppt/tableStyles.xml><?xml version="1.0" encoding="utf-8"?>
<a:tblStyleLst xmlns:a="http://schemas.openxmlformats.org/drawingml/2006/main" def="{1766174B-090B-4026-AB10-006A819EEEDA}">
  <a:tblStyle styleId="{1766174B-090B-4026-AB10-006A819EEE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39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5:53:01.661"/>
    </inkml:context>
    <inkml:brush xml:id="br0">
      <inkml:brushProperty name="width" value="0.35" units="cm"/>
      <inkml:brushProperty name="height" value="0.35" units="cm"/>
      <inkml:brushProperty name="color" value="#FFFFFF"/>
    </inkml:brush>
  </inkml:definitions>
  <inkml:trace contextRef="#ctx0" brushRef="#br0">1 1056 24575,'14'1'0,"1"0"0,24 6 0,11 1 0,830 19 0,-858-27 0,-20 0 0,-4 0 0,-31-1 0,6 0 0,11-2 0,16 3 0,0 0 0,0-1 0,0 1 0,0 0 0,0 0 0,-1 0 0,1 0 0,0 0 0,0 0 0,0 0 0,0 0 0,0-1 0,0 1 0,0 0 0,0 0 0,0 0 0,0 0 0,0 0 0,0-1 0,0 1 0,0 0 0,0 0 0,0 0 0,0 0 0,0 0 0,0-1 0,0 1 0,0 0 0,0 0 0,0 0 0,0 0 0,0 0 0,0-1 0,0 1 0,0 0 0,0 0 0,0 0 0,0 0 0,0 0 0,0 0 0,0 0 0,1-1 0,-1 1 0,0 0 0,0 0 0,27-12 0,35-3 0,106-10 0,13-3 0,-170 25 0,-10-1 0,-19-4 0,-40-3 0,54 11 0,-205-31 0,208 30 0,10-1 0,21 0 0,578 5-467,624 83-1,-1154-75 468,-51-5 0,-52-1 0,-950 38 935,956-43-935,16 2 0,29 6 0,-18-6 0,229 55 0,233 69 0,-468-125 0,36 16 0,-38-16 0,1-1 0,0 0 0,-1 1 0,1-1 0,-1 1 0,1-1 0,-1 1 0,1-1 0,-1 1 0,1-1 0,-1 1 0,1-1 0,-1 1 0,0-1 0,1 1 0,-1 0 0,0-1 0,0 1 0,1 0 0,-1-1 0,0 1 0,0 0 0,0-1 0,0 1 0,0 0 0,0-1 0,0 1 0,0 0 0,0-1 0,0 1 0,0 0 0,-1-1 0,1 1 0,0 0 0,0-1 0,-1 1 0,1 0 0,0-1 0,-1 1 0,1-1 0,0 1 0,-1-1 0,1 1 0,-1-1 0,1 1 0,-1-1 0,1 1 0,-1-1 0,0 1 0,1-1 0,-1 0 0,0 1 0,-16 9 0,0-1 0,0-1 0,-1 0 0,0-1 0,-29 7 0,14-4 0,-186 49 0,34-9 0,162-39 0,23-11 0,0 0 0,-1 0 0,1 0 0,0 0 0,0 1 0,0-1 0,0 0 0,-1 0 0,1 1 0,0-1 0,0 0 0,0 0 0,0 1 0,0-1 0,0 0 0,0 0 0,0 1 0,0-1 0,0 0 0,0 0 0,0 1 0,0-1 0,0 0 0,0 0 0,0 1 0,0-1 0,0 0 0,0 0 0,0 1 0,0-1 0,0 0 0,0 0 0,1 1 0,-1-1 0,0 0 0,0 0 0,0 0 0,0 1 0,1-1 0,-1 0 0,5 3 0,0 0 0,1 0 0,-1-1 0,0 1 0,11 1 0,1053 310 0,-1024-303 0,-25-7 0,1 2 0,-1 0 0,23 10 0,-37-11 0,-9-1 0,-6-2 0,0-1 0,0 0 0,0 0 0,-1-1 0,-10 0 0,-10-1 0,-396 12 0,407-11 0,33 1 0,335 17 0,-83-3 0,559-6 0,-792-9 0,-2-1 0,0-2 0,58-14 0,-57 9 0,0 2 0,55-2 0,76 8 0,-162 0 0,1 0 0,-1 0 0,0 0 0,1 0 0,-1-1 0,0 1 0,1 0 0,-1 0 0,0-1 0,1 1 0,-1-1 0,0 0 0,0 1 0,0-1 0,1 0 0,-1 1 0,0-1 0,0 0 0,0 0 0,0 0 0,0 0 0,0 0 0,-1 0 0,1 0 0,0-1 0,0 0 0,0 0 0,-1-1 0,0 1 0,1 0 0,-1-1 0,0 1 0,0 0 0,-1-1 0,1 1 0,0 0 0,-1-1 0,1 1 0,-1 0 0,-2-4 0,0-3 0,-2 1 0,1 0 0,-1 0 0,0 1 0,0-1 0,-1 1 0,-7-7 0,-1 3 0,0 1 0,-1 0 0,0 0 0,0 2 0,-1 0 0,0 1 0,-1 0 0,1 1 0,-1 1 0,0 1 0,-1 1 0,-30-3 0,-7 0 0,-152-7 0,-472 14 0,515 10 0,-6 0 0,63-11 0,-186 25 0,215-11 0,-91 29 0,-131 39 0,243-72 0,48-10 0,1 1 0,-1 0 0,0 0 0,1 1 0,-1 0 0,1 1 0,0 0 0,0 0 0,0 1 0,-15 9 0,22-13 0,0 1 0,0-1 0,1 1 0,-1-1 0,0 1 0,0 0 0,0-1 0,1 1 0,-1 0 0,0-1 0,0 1 0,1 0 0,-1 0 0,1 0 0,-1 0 0,1 0 0,-1 0 0,1-1 0,0 1 0,-1 0 0,1 0 0,0 0 0,0 0 0,0 0 0,-1 0 0,1 1 0,0-1 0,0 0 0,1 0 0,-1 0 0,0 0 0,0 0 0,0 0 0,1 0 0,-1 0 0,1-1 0,-1 1 0,0 0 0,1 0 0,0 0 0,0 1 0,4 2 0,0 1 0,0-2 0,0 1 0,1 0 0,10 4 0,-12-6 0,0 0 0,0 0 0,0 0 0,-1 1 0,1-1 0,5 6 0,-9-8 0,0 0 0,0 1 0,0-1 0,0 0 0,0 1 0,-1-1 0,1 0 0,0 0 0,0 1 0,0-1 0,0 0 0,0 1 0,0-1 0,-1 0 0,1 0 0,0 0 0,0 1 0,0-1 0,-1 0 0,1 0 0,0 0 0,0 1 0,0-1 0,-1 0 0,1 0 0,0 0 0,0 0 0,-1 0 0,1 1 0,0-1 0,-1 0 0,1 0 0,0 0 0,0 0 0,-1 0 0,1 0 0,0 0 0,-1 0 0,1 0 0,0 0 0,-1 0 0,1-1 0,-19 3 0,-36-5 0,1-2 0,1-3 0,-75-20 0,57 12 0,-86-10 0,141 25 0,6 1 0,-1-1 0,1 0 0,-1-1 0,-15-4 0,24 6 0,1-1 0,-1 1 0,1-1 0,0 1 0,0-1 0,-1 1 0,1-1 0,0 0 0,0 0 0,0 0 0,0 0 0,0 0 0,0 0 0,0 0 0,0 0 0,0 0 0,0 0 0,0 0 0,1 0 0,-1-1 0,1 1 0,-1 0 0,1-1 0,-1 1 0,1 0 0,-1-1 0,1 1 0,0-1 0,0 1 0,0 0 0,0-1 0,0 1 0,0-1 0,0 1 0,1 0 0,-1-1 0,0 1 0,1 0 0,-1-1 0,1 1 0,0-2 0,4-7 0,0 0 0,1 0 0,0 0 0,1 1 0,0 0 0,0 0 0,15-12 0,68-52 0,-37 32 0,17-14 0,57-50 0,-122 100 0,1-1 0,-1 1 0,-1-1 0,1 0 0,-1 0 0,0 0 0,0-1 0,-1 1 0,0-1 0,0 0 0,-1 0 0,1 0 0,-2 0 0,1-1 0,0-7 0,-2 9 0,0 0 0,0 1 0,-1-1 0,1 0 0,-1 0 0,-1 1 0,1-1 0,-1 1 0,0-1 0,0 1 0,-1-1 0,0 1 0,0 0 0,0 0 0,0 1 0,-1-1 0,0 1 0,0-1 0,-7-5 0,-49-36 0,41 33 0,0-2 0,-27-26 0,36 29 0,3 6 0,1 0 0,0 0 0,1 0 0,0-1 0,0 0 0,0 0 0,1-1 0,0 0 0,0 1 0,1-1 0,-4-13 0,6 14 0,-1 1 0,1 0 0,-1 0 0,-1 0 0,1 0 0,-1 0 0,0 1 0,0-1 0,-1 1 0,1 0 0,-1 0 0,-1 0 0,1 0 0,-1 1 0,1 0 0,-1 0 0,0 0 0,-1 0 0,1 1 0,-1 0 0,1 0 0,-1 0 0,0 1 0,0 0 0,0 0 0,0 0 0,-7 0 0,-535-116 0,425 105 0,88 11 0,0-2 0,-59-13 0,70 12 0,-1 0 0,-26 0 0,-29-6 0,-47-29 0,53 28 0,-97-4 0,53 7 0,99 7 0,1 0 0,0 0 0,1 1 0,-1 1 0,-30 3 0,46-2 0,0 0 0,-1 0 0,1 0 0,0 0 0,-1 1 0,1-1 0,0 0 0,0 1 0,0-1 0,0 1 0,1 0 0,-1 0 0,0 0 0,1 0 0,-1 0 0,1 0 0,0 0 0,-1 0 0,1 1 0,0-1 0,0 0 0,1 1 0,-1-1 0,0 1 0,1-1 0,-1 5 0,0 8 0,0 0 0,0 0 0,3 20 0,-1-19 0,-1 255 0,3 37 0,1-274 0,1 0 0,2-1 0,1 1 0,14 32 0,-14-41 0,-4-9 0,0 0 0,-2 1 0,0-1 0,0 28 0,-6 67 0,3-97 0,0-9 0,0 1 0,0-1 0,0 0 0,-1 0 0,1 1 0,-2-1 0,1 0 0,0 0 0,-1-1 0,0 1 0,0-1 0,-4 6 0,6-9 0,0 0 0,-1 1 0,1-1 0,0 0 0,-1 0 0,1 0 0,-1 0 0,1 0 0,-1 0 0,1 0 0,-1 0 0,0-1 0,1 1 0,-1 0 0,0-1 0,1 0 0,-1 1 0,0-1 0,0 0 0,0 0 0,1 0 0,-1 0 0,0 0 0,0 0 0,1-1 0,-1 1 0,0-1 0,0 1 0,1-1 0,-1 1 0,0-1 0,1 0 0,-1 0 0,1 0 0,-1 0 0,1 0 0,-1 0 0,1-1 0,0 1 0,-2-2 0,-1-2 0,0-1 0,0 0 0,0 0 0,1 0 0,0-1 0,0 1 0,0-1 0,1 1 0,0-1 0,0 0 0,1 0 0,-1-13 0,0 7 0,2 0 0,0 0 0,0 0 0,1 0 0,1 0 0,4-15 0,-5 24 0,1-1 0,0 1 0,0 0 0,0 0 0,0 0 0,1 0 0,-1 0 0,1 1 0,0-1 0,0 1 0,1-1 0,-1 1 0,1 0 0,0 1 0,-1-1 0,1 1 0,0-1 0,1 1 0,-1 0 0,5-1 0,11-3 0,0 0 0,0 2 0,29-3 0,4-2 0,29-9 0,0 4 0,1 3 0,1 4 0,87 4 0,-160 3 0,1 1 0,-1 1 0,1 0 0,-1 0 0,0 1 0,0 1 0,12 4 0,-18-5 0,1 0 0,-1 0 0,0 1 0,0 0 0,0 0 0,0 0 0,0 0 0,-1 1 0,0 0 0,0 0 0,-1 0 0,1 0 0,-1 1 0,4 7 0,-4-6 0,0 0 0,0 0 0,-1 0 0,0 0 0,0 0 0,-1 1 0,0-1 0,0 1 0,-1-1 0,0 12 0,-1-15 0,1 0 0,-1 0 0,-1 0 0,1 0 0,0 0 0,-1 0 0,0 0 0,0-1 0,0 1 0,0-1 0,-1 1 0,1-1 0,-1 0 0,0 0 0,0 0 0,0 0 0,0 0 0,-1-1 0,-5 4 0,-4 1 0,0 0 0,0-1 0,0-1 0,-1 0 0,1-1 0,-1 0 0,-27 2 0,-2-2 0,-56-4 0,81-1 0,11 1 0,1 0 0,-1-1 0,0 0 0,-12-3 0,18 4 0,0 0 0,1-1 0,-1 1 0,0 0 0,0-1 0,0 1 0,0-1 0,0 1 0,0-1 0,0 1 0,1-1 0,-1 1 0,0-1 0,1 0 0,-1 1 0,0-1 0,1 0 0,-1 0 0,1 0 0,-1 0 0,1 1 0,-1-1 0,1 0 0,-1 0 0,1 0 0,0 0 0,0 0 0,0 0 0,-1 0 0,1 0 0,0 0 0,0 0 0,0 0 0,0 0 0,1 0 0,-1 0 0,0 0 0,0 0 0,1 0 0,-1 0 0,0 0 0,1 1 0,0-3 0,2-2 0,0 0 0,0 1 0,1-1 0,-1 1 0,1 0 0,0 0 0,0 0 0,0 0 0,7-4 0,48-26 0,-47 28 0,56-27 0,2 3 0,1 4 0,1 2 0,1 3 0,0 4 0,83-9 0,-115 20 0,-15 1 0,0 2 0,1 0 0,0 2 0,44 3 0,-65-2 0,-1 1 0,0-1 0,0 1 0,0 1 0,0-1 0,0 1 0,0 0 0,-1 0 0,1 0 0,0 1 0,-1 0 0,0 0 0,0 0 0,0 0 0,0 1 0,0-1 0,0 1 0,-1 0 0,0 0 0,0 0 0,0 1 0,0-1 0,-1 1 0,0-1 0,0 1 0,0 0 0,0 0 0,-1 0 0,2 10 0,-2-10 0,-1 1 0,0-1 0,0 0 0,0 1 0,-1-1 0,0 0 0,0 1 0,0-1 0,-1 0 0,0 0 0,0 0 0,0 0 0,0 0 0,-1 0 0,0-1 0,0 1 0,0-1 0,0 0 0,-1 0 0,0 0 0,-5 5 0,-11 7 0,0-1 0,-2-1 0,-30 17 0,10-7 0,33-17 0,0-1 0,0-1 0,0 1 0,-1-1 0,-12 4 0,21-8 0,0-1 0,0 1 0,0-1 0,0 0 0,0 1 0,0-1 0,0 0 0,-1 0 0,1 0 0,0 1 0,0-1 0,0-1 0,0 1 0,0 0 0,0 0 0,0 0 0,-1 0 0,1-1 0,0 1 0,0-1 0,0 1 0,0-1 0,0 1 0,0-1 0,0 1 0,1-1 0,-1 0 0,0 0 0,0 1 0,0-1 0,1 0 0,-1 0 0,0 0 0,1 0 0,-1 0 0,1 0 0,-1 0 0,1 0 0,-1 0 0,1 0 0,0 0 0,-1 0 0,1 0 0,0 0 0,0 0 0,0 0 0,0-1 0,0 1 0,0-2 0,0-1 0,1 0 0,-1 0 0,1-1 0,0 1 0,0 0 0,1 0 0,-1 0 0,1 0 0,0 0 0,0 0 0,0 0 0,0 0 0,1 1 0,0 0 0,0-1 0,-1 1 0,6-4 0,7-7 0,2 1 0,22-15 0,-28 21 0,445-263 0,-438 260 0,-8 6 0,-1 0 0,0-1 0,-1 0 0,1 0 0,-1-1 0,0 0 0,-1-1 0,1 1 0,11-15 0,-18 18 0,0 0 0,0 1 0,0-1 0,-1 0 0,1 1 0,-1-1 0,1 0 0,-1 0 0,0 0 0,0 0 0,-1 1 0,1-1 0,0 0 0,-1 0 0,0 1 0,1-1 0,-1 0 0,0 1 0,-1-1 0,1 0 0,0 1 0,-1 0 0,1-1 0,-1 1 0,0 0 0,0 0 0,0 0 0,-4-4 0,-5-4 0,0 1 0,-1-1 0,-25-13 0,-1 2 0,31 19 0,-1-2 0,1 1 0,0-1 0,0 0 0,1-1 0,0 1 0,-1-1 0,1-1 0,1 1 0,-1-1 0,1 0 0,0 0 0,0 0 0,1-1 0,-6-11 0,-79-156 0,52 108 0,-36-92 0,65 134 0,0 0 0,1-1 0,1 0 0,2 0 0,0 0 0,2 0 0,1-48 0,1 62 0,0 0 0,0 0 0,-1 0 0,-1 0 0,0 0 0,-1 0 0,0 1 0,0-1 0,-1 1 0,0 0 0,-1 0 0,-11-18 0,7 15 0,-1 1 0,0-1 0,-1 2 0,0-1 0,-1 2 0,0-1 0,-1 2 0,-16-10 0,-3 0 0,18 12 0,1 0 0,0-1 0,1 0 0,0-1 0,0 0 0,1-1 0,-13-15 0,23 24 0,0 0 0,1 1 0,-1-1 0,0 0 0,1 0 0,-1 0 0,1 0 0,-1-1 0,1 1 0,-1 0 0,1 0 0,0 0 0,-1 0 0,1 0 0,0-1 0,0 1 0,0 0 0,0 0 0,0 0 0,0 0 0,0-1 0,1 1 0,-1 0 0,0 0 0,1 0 0,-1 0 0,1 0 0,-1 0 0,1 0 0,-1 0 0,1 0 0,0 0 0,-1 0 0,1 0 0,0 0 0,0 0 0,0 1 0,0-1 0,0 0 0,0 0 0,0 1 0,0-1 0,0 1 0,0-1 0,0 1 0,0 0 0,0-1 0,0 1 0,2 0 0,7-3 0,0 0 0,0 1 0,0 0 0,14 0 0,13 2 0,0 1 0,52 8 0,17 2 0,-104-13 0,-7-2 0,-20-9 0,-34-13 0,31 14 0,0 2 0,0 0 0,-1 2 0,0 1 0,0 1 0,-57-3 0,-730 11 0,794-3 0,1-1 0,-25-6 0,23 4 0,-37-3 0,-42 7-1365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139510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5042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4700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7f9262ee2f_0_26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7f9262ee2f_0_26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455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5BCD450C-AEAC-698D-4CE9-2AEE0D275737}"/>
            </a:ext>
          </a:extLst>
        </p:cNvPr>
        <p:cNvGrpSpPr/>
        <p:nvPr/>
      </p:nvGrpSpPr>
      <p:grpSpPr>
        <a:xfrm>
          <a:off x="0" y="0"/>
          <a:ext cx="0" cy="0"/>
          <a:chOff x="0" y="0"/>
          <a:chExt cx="0" cy="0"/>
        </a:xfrm>
      </p:grpSpPr>
      <p:sp>
        <p:nvSpPr>
          <p:cNvPr id="1983" name="Google Shape;1983;g7f9262ee2f_0_26131:notes">
            <a:extLst>
              <a:ext uri="{FF2B5EF4-FFF2-40B4-BE49-F238E27FC236}">
                <a16:creationId xmlns:a16="http://schemas.microsoft.com/office/drawing/2014/main" id="{875044E6-E813-B7DF-4F1C-CEBFB7D07A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7f9262ee2f_0_26131:notes">
            <a:extLst>
              <a:ext uri="{FF2B5EF4-FFF2-40B4-BE49-F238E27FC236}">
                <a16:creationId xmlns:a16="http://schemas.microsoft.com/office/drawing/2014/main" id="{90522750-16DA-0527-B692-5BA5862571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9599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55F48BCA-C62A-2B58-9833-47BC365B5409}"/>
            </a:ext>
          </a:extLst>
        </p:cNvPr>
        <p:cNvGrpSpPr/>
        <p:nvPr/>
      </p:nvGrpSpPr>
      <p:grpSpPr>
        <a:xfrm>
          <a:off x="0" y="0"/>
          <a:ext cx="0" cy="0"/>
          <a:chOff x="0" y="0"/>
          <a:chExt cx="0" cy="0"/>
        </a:xfrm>
      </p:grpSpPr>
      <p:sp>
        <p:nvSpPr>
          <p:cNvPr id="191" name="Google Shape;191;g7290233416_0_2:notes">
            <a:extLst>
              <a:ext uri="{FF2B5EF4-FFF2-40B4-BE49-F238E27FC236}">
                <a16:creationId xmlns:a16="http://schemas.microsoft.com/office/drawing/2014/main" id="{01E61D5E-F0EA-8C09-3843-244A76FE66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290233416_0_2:notes">
            <a:extLst>
              <a:ext uri="{FF2B5EF4-FFF2-40B4-BE49-F238E27FC236}">
                <a16:creationId xmlns:a16="http://schemas.microsoft.com/office/drawing/2014/main" id="{C58751EE-AB97-ABBD-36D1-5DEE379290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5292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BB475E66-C00E-D97F-4FCF-637A8E9815E5}"/>
            </a:ext>
          </a:extLst>
        </p:cNvPr>
        <p:cNvGrpSpPr/>
        <p:nvPr/>
      </p:nvGrpSpPr>
      <p:grpSpPr>
        <a:xfrm>
          <a:off x="0" y="0"/>
          <a:ext cx="0" cy="0"/>
          <a:chOff x="0" y="0"/>
          <a:chExt cx="0" cy="0"/>
        </a:xfrm>
      </p:grpSpPr>
      <p:sp>
        <p:nvSpPr>
          <p:cNvPr id="167" name="Google Shape;167;g7f9262ee2f_0_26269:notes">
            <a:extLst>
              <a:ext uri="{FF2B5EF4-FFF2-40B4-BE49-F238E27FC236}">
                <a16:creationId xmlns:a16="http://schemas.microsoft.com/office/drawing/2014/main" id="{1D88B6D3-6D18-0EB9-04AF-2D7983F4A3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a:extLst>
              <a:ext uri="{FF2B5EF4-FFF2-40B4-BE49-F238E27FC236}">
                <a16:creationId xmlns:a16="http://schemas.microsoft.com/office/drawing/2014/main" id="{F91DD61A-2740-474B-1EC1-4043A5F115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2273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6059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2671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343F21BD-5170-2227-6795-E72CA409F826}"/>
            </a:ext>
          </a:extLst>
        </p:cNvPr>
        <p:cNvGrpSpPr/>
        <p:nvPr/>
      </p:nvGrpSpPr>
      <p:grpSpPr>
        <a:xfrm>
          <a:off x="0" y="0"/>
          <a:ext cx="0" cy="0"/>
          <a:chOff x="0" y="0"/>
          <a:chExt cx="0" cy="0"/>
        </a:xfrm>
      </p:grpSpPr>
      <p:sp>
        <p:nvSpPr>
          <p:cNvPr id="211" name="Google Shape;211;g7290233416_0_12:notes">
            <a:extLst>
              <a:ext uri="{FF2B5EF4-FFF2-40B4-BE49-F238E27FC236}">
                <a16:creationId xmlns:a16="http://schemas.microsoft.com/office/drawing/2014/main" id="{97FBC03F-8587-3835-142B-FA3CB6979D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a:extLst>
              <a:ext uri="{FF2B5EF4-FFF2-40B4-BE49-F238E27FC236}">
                <a16:creationId xmlns:a16="http://schemas.microsoft.com/office/drawing/2014/main" id="{F388CB19-5D76-3838-0210-6EA5BB9B98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484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f9262ee2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7f9262ee2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519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7f9262ee2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7f9262ee2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215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p:cNvGrpSpPr/>
        <p:nvPr/>
      </p:nvGrpSpPr>
      <p:grpSpPr>
        <a:xfrm>
          <a:off x="0" y="0"/>
          <a:ext cx="0" cy="0"/>
          <a:chOff x="0" y="0"/>
          <a:chExt cx="0" cy="0"/>
        </a:xfrm>
      </p:grpSpPr>
      <p:sp>
        <p:nvSpPr>
          <p:cNvPr id="1983" name="Google Shape;1983;g7f9262ee2f_0_26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7f9262ee2f_0_26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58708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938500" y="1659275"/>
            <a:ext cx="4946400" cy="27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1920750" y="1634425"/>
            <a:ext cx="5302500" cy="1116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7200">
                <a:solidFill>
                  <a:schemeClr val="lt1"/>
                </a:solidFill>
              </a:defRPr>
            </a:lvl1pPr>
            <a:lvl2pPr lvl="1" algn="ctr">
              <a:spcBef>
                <a:spcPts val="0"/>
              </a:spcBef>
              <a:spcAft>
                <a:spcPts val="0"/>
              </a:spcAft>
              <a:buClr>
                <a:schemeClr val="lt1"/>
              </a:buClr>
              <a:buSzPts val="7200"/>
              <a:buNone/>
              <a:defRPr sz="7200">
                <a:solidFill>
                  <a:schemeClr val="lt1"/>
                </a:solidFill>
              </a:defRPr>
            </a:lvl2pPr>
            <a:lvl3pPr lvl="2" algn="ctr">
              <a:spcBef>
                <a:spcPts val="0"/>
              </a:spcBef>
              <a:spcAft>
                <a:spcPts val="0"/>
              </a:spcAft>
              <a:buClr>
                <a:schemeClr val="lt1"/>
              </a:buClr>
              <a:buSzPts val="7200"/>
              <a:buNone/>
              <a:defRPr sz="7200">
                <a:solidFill>
                  <a:schemeClr val="lt1"/>
                </a:solidFill>
              </a:defRPr>
            </a:lvl3pPr>
            <a:lvl4pPr lvl="3" algn="ctr">
              <a:spcBef>
                <a:spcPts val="0"/>
              </a:spcBef>
              <a:spcAft>
                <a:spcPts val="0"/>
              </a:spcAft>
              <a:buClr>
                <a:schemeClr val="lt1"/>
              </a:buClr>
              <a:buSzPts val="7200"/>
              <a:buNone/>
              <a:defRPr sz="7200">
                <a:solidFill>
                  <a:schemeClr val="lt1"/>
                </a:solidFill>
              </a:defRPr>
            </a:lvl4pPr>
            <a:lvl5pPr lvl="4" algn="ctr">
              <a:spcBef>
                <a:spcPts val="0"/>
              </a:spcBef>
              <a:spcAft>
                <a:spcPts val="0"/>
              </a:spcAft>
              <a:buClr>
                <a:schemeClr val="lt1"/>
              </a:buClr>
              <a:buSzPts val="7200"/>
              <a:buNone/>
              <a:defRPr sz="7200">
                <a:solidFill>
                  <a:schemeClr val="lt1"/>
                </a:solidFill>
              </a:defRPr>
            </a:lvl5pPr>
            <a:lvl6pPr lvl="5" algn="ctr">
              <a:spcBef>
                <a:spcPts val="0"/>
              </a:spcBef>
              <a:spcAft>
                <a:spcPts val="0"/>
              </a:spcAft>
              <a:buClr>
                <a:schemeClr val="lt1"/>
              </a:buClr>
              <a:buSzPts val="7200"/>
              <a:buNone/>
              <a:defRPr sz="7200">
                <a:solidFill>
                  <a:schemeClr val="lt1"/>
                </a:solidFill>
              </a:defRPr>
            </a:lvl6pPr>
            <a:lvl7pPr lvl="6" algn="ctr">
              <a:spcBef>
                <a:spcPts val="0"/>
              </a:spcBef>
              <a:spcAft>
                <a:spcPts val="0"/>
              </a:spcAft>
              <a:buClr>
                <a:schemeClr val="lt1"/>
              </a:buClr>
              <a:buSzPts val="7200"/>
              <a:buNone/>
              <a:defRPr sz="7200">
                <a:solidFill>
                  <a:schemeClr val="lt1"/>
                </a:solidFill>
              </a:defRPr>
            </a:lvl7pPr>
            <a:lvl8pPr lvl="7" algn="ctr">
              <a:spcBef>
                <a:spcPts val="0"/>
              </a:spcBef>
              <a:spcAft>
                <a:spcPts val="0"/>
              </a:spcAft>
              <a:buClr>
                <a:schemeClr val="lt1"/>
              </a:buClr>
              <a:buSzPts val="7200"/>
              <a:buNone/>
              <a:defRPr sz="7200">
                <a:solidFill>
                  <a:schemeClr val="lt1"/>
                </a:solidFill>
              </a:defRPr>
            </a:lvl8pPr>
            <a:lvl9pPr lvl="8" algn="ctr">
              <a:spcBef>
                <a:spcPts val="0"/>
              </a:spcBef>
              <a:spcAft>
                <a:spcPts val="0"/>
              </a:spcAft>
              <a:buClr>
                <a:schemeClr val="lt1"/>
              </a:buClr>
              <a:buSzPts val="7200"/>
              <a:buNone/>
              <a:defRPr sz="7200">
                <a:solidFill>
                  <a:schemeClr val="lt1"/>
                </a:solidFill>
              </a:defRPr>
            </a:lvl9pPr>
          </a:lstStyle>
          <a:p>
            <a:r>
              <a:t>xx%</a:t>
            </a:r>
          </a:p>
        </p:txBody>
      </p:sp>
      <p:sp>
        <p:nvSpPr>
          <p:cNvPr id="39" name="Google Shape;39;p11"/>
          <p:cNvSpPr txBox="1">
            <a:spLocks noGrp="1"/>
          </p:cNvSpPr>
          <p:nvPr>
            <p:ph type="body" idx="1"/>
          </p:nvPr>
        </p:nvSpPr>
        <p:spPr>
          <a:xfrm>
            <a:off x="2786550" y="3094475"/>
            <a:ext cx="3570900" cy="5670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accent1"/>
              </a:buClr>
              <a:buSzPts val="1800"/>
              <a:buChar char="●"/>
              <a:defRPr>
                <a:solidFill>
                  <a:schemeClr val="accent1"/>
                </a:solidFill>
              </a:defRPr>
            </a:lvl1pPr>
            <a:lvl2pPr marL="914400" lvl="1" indent="-342900" algn="ctr">
              <a:spcBef>
                <a:spcPts val="1600"/>
              </a:spcBef>
              <a:spcAft>
                <a:spcPts val="0"/>
              </a:spcAft>
              <a:buClr>
                <a:schemeClr val="accent1"/>
              </a:buClr>
              <a:buSzPts val="1800"/>
              <a:buChar char="○"/>
              <a:defRPr sz="1800">
                <a:solidFill>
                  <a:schemeClr val="accent1"/>
                </a:solidFill>
              </a:defRPr>
            </a:lvl2pPr>
            <a:lvl3pPr marL="1371600" lvl="2" indent="-342900" algn="ctr">
              <a:spcBef>
                <a:spcPts val="1600"/>
              </a:spcBef>
              <a:spcAft>
                <a:spcPts val="0"/>
              </a:spcAft>
              <a:buClr>
                <a:schemeClr val="accent1"/>
              </a:buClr>
              <a:buSzPts val="1800"/>
              <a:buChar char="■"/>
              <a:defRPr sz="1800">
                <a:solidFill>
                  <a:schemeClr val="accent1"/>
                </a:solidFill>
              </a:defRPr>
            </a:lvl3pPr>
            <a:lvl4pPr marL="1828800" lvl="3" indent="-342900" algn="ctr">
              <a:spcBef>
                <a:spcPts val="1600"/>
              </a:spcBef>
              <a:spcAft>
                <a:spcPts val="0"/>
              </a:spcAft>
              <a:buClr>
                <a:schemeClr val="accent1"/>
              </a:buClr>
              <a:buSzPts val="1800"/>
              <a:buChar char="●"/>
              <a:defRPr sz="1800">
                <a:solidFill>
                  <a:schemeClr val="accent1"/>
                </a:solidFill>
              </a:defRPr>
            </a:lvl4pPr>
            <a:lvl5pPr marL="2286000" lvl="4" indent="-342900" algn="ctr">
              <a:spcBef>
                <a:spcPts val="1600"/>
              </a:spcBef>
              <a:spcAft>
                <a:spcPts val="0"/>
              </a:spcAft>
              <a:buClr>
                <a:schemeClr val="accent1"/>
              </a:buClr>
              <a:buSzPts val="1800"/>
              <a:buChar char="○"/>
              <a:defRPr sz="1800">
                <a:solidFill>
                  <a:schemeClr val="accent1"/>
                </a:solidFill>
              </a:defRPr>
            </a:lvl5pPr>
            <a:lvl6pPr marL="2743200" lvl="5" indent="-342900" algn="ctr">
              <a:spcBef>
                <a:spcPts val="1600"/>
              </a:spcBef>
              <a:spcAft>
                <a:spcPts val="0"/>
              </a:spcAft>
              <a:buClr>
                <a:schemeClr val="accent1"/>
              </a:buClr>
              <a:buSzPts val="1800"/>
              <a:buChar char="■"/>
              <a:defRPr sz="1800">
                <a:solidFill>
                  <a:schemeClr val="accent1"/>
                </a:solidFill>
              </a:defRPr>
            </a:lvl6pPr>
            <a:lvl7pPr marL="3200400" lvl="6" indent="-342900" algn="ctr">
              <a:spcBef>
                <a:spcPts val="1600"/>
              </a:spcBef>
              <a:spcAft>
                <a:spcPts val="0"/>
              </a:spcAft>
              <a:buClr>
                <a:schemeClr val="accent1"/>
              </a:buClr>
              <a:buSzPts val="1800"/>
              <a:buChar char="●"/>
              <a:defRPr sz="1800">
                <a:solidFill>
                  <a:schemeClr val="accent1"/>
                </a:solidFill>
              </a:defRPr>
            </a:lvl7pPr>
            <a:lvl8pPr marL="3657600" lvl="7" indent="-342900" algn="ctr">
              <a:spcBef>
                <a:spcPts val="1600"/>
              </a:spcBef>
              <a:spcAft>
                <a:spcPts val="0"/>
              </a:spcAft>
              <a:buClr>
                <a:schemeClr val="accent1"/>
              </a:buClr>
              <a:buSzPts val="1800"/>
              <a:buChar char="○"/>
              <a:defRPr sz="1800">
                <a:solidFill>
                  <a:schemeClr val="accent1"/>
                </a:solidFill>
              </a:defRPr>
            </a:lvl8pPr>
            <a:lvl9pPr marL="4114800" lvl="8" indent="-342900" algn="ctr">
              <a:spcBef>
                <a:spcPts val="1600"/>
              </a:spcBef>
              <a:spcAft>
                <a:spcPts val="1600"/>
              </a:spcAft>
              <a:buClr>
                <a:schemeClr val="accent1"/>
              </a:buClr>
              <a:buSzPts val="1800"/>
              <a:buChar char="■"/>
              <a:defRPr sz="1800">
                <a:solidFill>
                  <a:schemeClr val="accen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Bullet Points">
  <p:cSld name="CAPTION_ONLY_3">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938500" y="1246025"/>
            <a:ext cx="7172100" cy="30399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Clr>
                <a:schemeClr val="lt1"/>
              </a:buClr>
              <a:buSzPts val="1150"/>
              <a:buChar char="●"/>
              <a:defRPr sz="1150">
                <a:solidFill>
                  <a:schemeClr val="lt1"/>
                </a:solidFill>
              </a:defRPr>
            </a:lvl1pPr>
            <a:lvl2pPr marL="914400" lvl="1" indent="-301625" rtl="0">
              <a:spcBef>
                <a:spcPts val="1600"/>
              </a:spcBef>
              <a:spcAft>
                <a:spcPts val="0"/>
              </a:spcAft>
              <a:buClr>
                <a:schemeClr val="lt1"/>
              </a:buClr>
              <a:buSzPts val="1150"/>
              <a:buChar char="○"/>
              <a:defRPr sz="1150">
                <a:solidFill>
                  <a:schemeClr val="lt1"/>
                </a:solidFill>
              </a:defRPr>
            </a:lvl2pPr>
            <a:lvl3pPr marL="1371600" lvl="2" indent="-301625" rtl="0">
              <a:spcBef>
                <a:spcPts val="1600"/>
              </a:spcBef>
              <a:spcAft>
                <a:spcPts val="0"/>
              </a:spcAft>
              <a:buClr>
                <a:schemeClr val="lt1"/>
              </a:buClr>
              <a:buSzPts val="1150"/>
              <a:buChar char="■"/>
              <a:defRPr sz="1150">
                <a:solidFill>
                  <a:schemeClr val="lt1"/>
                </a:solidFill>
              </a:defRPr>
            </a:lvl3pPr>
            <a:lvl4pPr marL="1828800" lvl="3" indent="-301625" rtl="0">
              <a:spcBef>
                <a:spcPts val="1600"/>
              </a:spcBef>
              <a:spcAft>
                <a:spcPts val="0"/>
              </a:spcAft>
              <a:buClr>
                <a:schemeClr val="lt1"/>
              </a:buClr>
              <a:buSzPts val="1150"/>
              <a:buChar char="●"/>
              <a:defRPr sz="1150">
                <a:solidFill>
                  <a:schemeClr val="lt1"/>
                </a:solidFill>
              </a:defRPr>
            </a:lvl4pPr>
            <a:lvl5pPr marL="2286000" lvl="4" indent="-301625" rtl="0">
              <a:spcBef>
                <a:spcPts val="1600"/>
              </a:spcBef>
              <a:spcAft>
                <a:spcPts val="0"/>
              </a:spcAft>
              <a:buClr>
                <a:schemeClr val="lt1"/>
              </a:buClr>
              <a:buSzPts val="1150"/>
              <a:buChar char="○"/>
              <a:defRPr sz="1150">
                <a:solidFill>
                  <a:schemeClr val="lt1"/>
                </a:solidFill>
              </a:defRPr>
            </a:lvl5pPr>
            <a:lvl6pPr marL="2743200" lvl="5" indent="-301625" rtl="0">
              <a:spcBef>
                <a:spcPts val="1600"/>
              </a:spcBef>
              <a:spcAft>
                <a:spcPts val="0"/>
              </a:spcAft>
              <a:buClr>
                <a:schemeClr val="lt1"/>
              </a:buClr>
              <a:buSzPts val="1150"/>
              <a:buChar char="■"/>
              <a:defRPr sz="1150">
                <a:solidFill>
                  <a:schemeClr val="lt1"/>
                </a:solidFill>
              </a:defRPr>
            </a:lvl6pPr>
            <a:lvl7pPr marL="3200400" lvl="6" indent="-301625" rtl="0">
              <a:spcBef>
                <a:spcPts val="1600"/>
              </a:spcBef>
              <a:spcAft>
                <a:spcPts val="0"/>
              </a:spcAft>
              <a:buClr>
                <a:schemeClr val="lt1"/>
              </a:buClr>
              <a:buSzPts val="1150"/>
              <a:buChar char="●"/>
              <a:defRPr sz="1150">
                <a:solidFill>
                  <a:schemeClr val="lt1"/>
                </a:solidFill>
              </a:defRPr>
            </a:lvl7pPr>
            <a:lvl8pPr marL="3657600" lvl="7" indent="-301625" rtl="0">
              <a:spcBef>
                <a:spcPts val="1600"/>
              </a:spcBef>
              <a:spcAft>
                <a:spcPts val="0"/>
              </a:spcAft>
              <a:buClr>
                <a:schemeClr val="lt1"/>
              </a:buClr>
              <a:buSzPts val="1150"/>
              <a:buChar char="○"/>
              <a:defRPr sz="1150">
                <a:solidFill>
                  <a:schemeClr val="lt1"/>
                </a:solidFill>
              </a:defRPr>
            </a:lvl8pPr>
            <a:lvl9pPr marL="4114800" lvl="8" indent="-301625" rtl="0">
              <a:spcBef>
                <a:spcPts val="1600"/>
              </a:spcBef>
              <a:spcAft>
                <a:spcPts val="1600"/>
              </a:spcAft>
              <a:buClr>
                <a:schemeClr val="lt1"/>
              </a:buClr>
              <a:buSzPts val="1150"/>
              <a:buChar char="■"/>
              <a:defRPr sz="115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_1_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353849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6" name="Google Shape;46;p14"/>
          <p:cNvSpPr txBox="1">
            <a:spLocks noGrp="1"/>
          </p:cNvSpPr>
          <p:nvPr>
            <p:ph type="subTitle" idx="1"/>
          </p:nvPr>
        </p:nvSpPr>
        <p:spPr>
          <a:xfrm>
            <a:off x="353849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7" name="Google Shape;47;p14"/>
          <p:cNvSpPr txBox="1">
            <a:spLocks noGrp="1"/>
          </p:cNvSpPr>
          <p:nvPr>
            <p:ph type="title" idx="2"/>
          </p:nvPr>
        </p:nvSpPr>
        <p:spPr>
          <a:xfrm>
            <a:off x="6028553"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8" name="Google Shape;48;p14"/>
          <p:cNvSpPr txBox="1">
            <a:spLocks noGrp="1"/>
          </p:cNvSpPr>
          <p:nvPr>
            <p:ph type="subTitle" idx="3"/>
          </p:nvPr>
        </p:nvSpPr>
        <p:spPr>
          <a:xfrm>
            <a:off x="6028553"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9" name="Google Shape;49;p14"/>
          <p:cNvSpPr txBox="1">
            <a:spLocks noGrp="1"/>
          </p:cNvSpPr>
          <p:nvPr>
            <p:ph type="title" idx="4"/>
          </p:nvPr>
        </p:nvSpPr>
        <p:spPr>
          <a:xfrm>
            <a:off x="104844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50" name="Google Shape;50;p14"/>
          <p:cNvSpPr txBox="1">
            <a:spLocks noGrp="1"/>
          </p:cNvSpPr>
          <p:nvPr>
            <p:ph type="subTitle" idx="5"/>
          </p:nvPr>
        </p:nvSpPr>
        <p:spPr>
          <a:xfrm>
            <a:off x="104844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51" name="Google Shape;51;p14"/>
          <p:cNvSpPr txBox="1">
            <a:spLocks noGrp="1"/>
          </p:cNvSpPr>
          <p:nvPr>
            <p:ph type="title" idx="6" hasCustomPrompt="1"/>
          </p:nvPr>
        </p:nvSpPr>
        <p:spPr>
          <a:xfrm>
            <a:off x="10484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2" name="Google Shape;52;p14"/>
          <p:cNvSpPr txBox="1">
            <a:spLocks noGrp="1"/>
          </p:cNvSpPr>
          <p:nvPr>
            <p:ph type="title" idx="7" hasCustomPrompt="1"/>
          </p:nvPr>
        </p:nvSpPr>
        <p:spPr>
          <a:xfrm>
            <a:off x="353850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3" name="Google Shape;53;p14"/>
          <p:cNvSpPr txBox="1">
            <a:spLocks noGrp="1"/>
          </p:cNvSpPr>
          <p:nvPr>
            <p:ph type="title" idx="8" hasCustomPrompt="1"/>
          </p:nvPr>
        </p:nvSpPr>
        <p:spPr>
          <a:xfrm>
            <a:off x="60285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Text">
  <p:cSld name="TITLE_1">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4285500" y="2832875"/>
            <a:ext cx="3657300" cy="6447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sp>
        <p:nvSpPr>
          <p:cNvPr id="56" name="Google Shape;56;p15"/>
          <p:cNvSpPr txBox="1">
            <a:spLocks noGrp="1"/>
          </p:cNvSpPr>
          <p:nvPr>
            <p:ph type="subTitle" idx="1"/>
          </p:nvPr>
        </p:nvSpPr>
        <p:spPr>
          <a:xfrm>
            <a:off x="4144050" y="3549850"/>
            <a:ext cx="394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TITLE_1_1">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3000" b="1">
                <a:solidFill>
                  <a:schemeClr val="lt1"/>
                </a:solidFill>
              </a:defRPr>
            </a:lvl1pPr>
            <a:lvl2pPr lvl="1" algn="ctr" rtl="0">
              <a:spcBef>
                <a:spcPts val="0"/>
              </a:spcBef>
              <a:spcAft>
                <a:spcPts val="0"/>
              </a:spcAft>
              <a:buClr>
                <a:schemeClr val="lt1"/>
              </a:buClr>
              <a:buSzPts val="3000"/>
              <a:buNone/>
              <a:defRPr sz="3000" b="1">
                <a:solidFill>
                  <a:schemeClr val="lt1"/>
                </a:solidFill>
              </a:defRPr>
            </a:lvl2pPr>
            <a:lvl3pPr lvl="2" algn="ctr" rtl="0">
              <a:spcBef>
                <a:spcPts val="0"/>
              </a:spcBef>
              <a:spcAft>
                <a:spcPts val="0"/>
              </a:spcAft>
              <a:buClr>
                <a:schemeClr val="lt1"/>
              </a:buClr>
              <a:buSzPts val="3000"/>
              <a:buNone/>
              <a:defRPr sz="3000" b="1">
                <a:solidFill>
                  <a:schemeClr val="lt1"/>
                </a:solidFill>
              </a:defRPr>
            </a:lvl3pPr>
            <a:lvl4pPr lvl="3" algn="ctr" rtl="0">
              <a:spcBef>
                <a:spcPts val="0"/>
              </a:spcBef>
              <a:spcAft>
                <a:spcPts val="0"/>
              </a:spcAft>
              <a:buClr>
                <a:schemeClr val="lt1"/>
              </a:buClr>
              <a:buSzPts val="3000"/>
              <a:buNone/>
              <a:defRPr sz="3000" b="1">
                <a:solidFill>
                  <a:schemeClr val="lt1"/>
                </a:solidFill>
              </a:defRPr>
            </a:lvl4pPr>
            <a:lvl5pPr lvl="4" algn="ctr" rtl="0">
              <a:spcBef>
                <a:spcPts val="0"/>
              </a:spcBef>
              <a:spcAft>
                <a:spcPts val="0"/>
              </a:spcAft>
              <a:buClr>
                <a:schemeClr val="lt1"/>
              </a:buClr>
              <a:buSzPts val="3000"/>
              <a:buNone/>
              <a:defRPr sz="3000" b="1">
                <a:solidFill>
                  <a:schemeClr val="lt1"/>
                </a:solidFill>
              </a:defRPr>
            </a:lvl5pPr>
            <a:lvl6pPr lvl="5" algn="ctr" rtl="0">
              <a:spcBef>
                <a:spcPts val="0"/>
              </a:spcBef>
              <a:spcAft>
                <a:spcPts val="0"/>
              </a:spcAft>
              <a:buClr>
                <a:schemeClr val="lt1"/>
              </a:buClr>
              <a:buSzPts val="3000"/>
              <a:buNone/>
              <a:defRPr sz="3000" b="1">
                <a:solidFill>
                  <a:schemeClr val="lt1"/>
                </a:solidFill>
              </a:defRPr>
            </a:lvl6pPr>
            <a:lvl7pPr lvl="6" algn="ctr" rtl="0">
              <a:spcBef>
                <a:spcPts val="0"/>
              </a:spcBef>
              <a:spcAft>
                <a:spcPts val="0"/>
              </a:spcAft>
              <a:buClr>
                <a:schemeClr val="lt1"/>
              </a:buClr>
              <a:buSzPts val="3000"/>
              <a:buNone/>
              <a:defRPr sz="3000" b="1">
                <a:solidFill>
                  <a:schemeClr val="lt1"/>
                </a:solidFill>
              </a:defRPr>
            </a:lvl7pPr>
            <a:lvl8pPr lvl="7" algn="ctr" rtl="0">
              <a:spcBef>
                <a:spcPts val="0"/>
              </a:spcBef>
              <a:spcAft>
                <a:spcPts val="0"/>
              </a:spcAft>
              <a:buClr>
                <a:schemeClr val="lt1"/>
              </a:buClr>
              <a:buSzPts val="3000"/>
              <a:buNone/>
              <a:defRPr sz="3000" b="1">
                <a:solidFill>
                  <a:schemeClr val="lt1"/>
                </a:solidFill>
              </a:defRPr>
            </a:lvl8pPr>
            <a:lvl9pPr lvl="8" algn="ctr" rtl="0">
              <a:spcBef>
                <a:spcPts val="0"/>
              </a:spcBef>
              <a:spcAft>
                <a:spcPts val="0"/>
              </a:spcAft>
              <a:buClr>
                <a:schemeClr val="lt1"/>
              </a:buClr>
              <a:buSzPts val="3000"/>
              <a:buNone/>
              <a:defRPr sz="3000" b="1">
                <a:solidFill>
                  <a:schemeClr val="lt1"/>
                </a:solidFill>
              </a:defRPr>
            </a:lvl9pPr>
          </a:lstStyle>
          <a:p>
            <a:endParaRPr/>
          </a:p>
        </p:txBody>
      </p:sp>
      <p:sp>
        <p:nvSpPr>
          <p:cNvPr id="59" name="Google Shape;59;p16"/>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accent1"/>
              </a:buClr>
              <a:buSzPts val="1800"/>
              <a:buNone/>
              <a:defRPr sz="1800">
                <a:solidFill>
                  <a:schemeClr val="accent1"/>
                </a:solidFill>
              </a:defRPr>
            </a:lvl2pPr>
            <a:lvl3pPr lvl="2" algn="ctr" rtl="0">
              <a:lnSpc>
                <a:spcPct val="100000"/>
              </a:lnSpc>
              <a:spcBef>
                <a:spcPts val="0"/>
              </a:spcBef>
              <a:spcAft>
                <a:spcPts val="0"/>
              </a:spcAft>
              <a:buClr>
                <a:schemeClr val="accent1"/>
              </a:buClr>
              <a:buSzPts val="1800"/>
              <a:buNone/>
              <a:defRPr sz="1800">
                <a:solidFill>
                  <a:schemeClr val="accent1"/>
                </a:solidFill>
              </a:defRPr>
            </a:lvl3pPr>
            <a:lvl4pPr lvl="3" algn="ctr" rtl="0">
              <a:lnSpc>
                <a:spcPct val="100000"/>
              </a:lnSpc>
              <a:spcBef>
                <a:spcPts val="0"/>
              </a:spcBef>
              <a:spcAft>
                <a:spcPts val="0"/>
              </a:spcAft>
              <a:buClr>
                <a:schemeClr val="accent1"/>
              </a:buClr>
              <a:buSzPts val="1800"/>
              <a:buNone/>
              <a:defRPr sz="1800">
                <a:solidFill>
                  <a:schemeClr val="accent1"/>
                </a:solidFill>
              </a:defRPr>
            </a:lvl4pPr>
            <a:lvl5pPr lvl="4" algn="ctr" rtl="0">
              <a:lnSpc>
                <a:spcPct val="100000"/>
              </a:lnSpc>
              <a:spcBef>
                <a:spcPts val="0"/>
              </a:spcBef>
              <a:spcAft>
                <a:spcPts val="0"/>
              </a:spcAft>
              <a:buClr>
                <a:schemeClr val="accent1"/>
              </a:buClr>
              <a:buSzPts val="1800"/>
              <a:buNone/>
              <a:defRPr sz="1800">
                <a:solidFill>
                  <a:schemeClr val="accent1"/>
                </a:solidFill>
              </a:defRPr>
            </a:lvl5pPr>
            <a:lvl6pPr lvl="5" algn="ctr" rtl="0">
              <a:lnSpc>
                <a:spcPct val="100000"/>
              </a:lnSpc>
              <a:spcBef>
                <a:spcPts val="0"/>
              </a:spcBef>
              <a:spcAft>
                <a:spcPts val="0"/>
              </a:spcAft>
              <a:buClr>
                <a:schemeClr val="accent1"/>
              </a:buClr>
              <a:buSzPts val="1800"/>
              <a:buNone/>
              <a:defRPr sz="1800">
                <a:solidFill>
                  <a:schemeClr val="accent1"/>
                </a:solidFill>
              </a:defRPr>
            </a:lvl6pPr>
            <a:lvl7pPr lvl="6" algn="ctr" rtl="0">
              <a:lnSpc>
                <a:spcPct val="100000"/>
              </a:lnSpc>
              <a:spcBef>
                <a:spcPts val="0"/>
              </a:spcBef>
              <a:spcAft>
                <a:spcPts val="0"/>
              </a:spcAft>
              <a:buClr>
                <a:schemeClr val="accent1"/>
              </a:buClr>
              <a:buSzPts val="1800"/>
              <a:buNone/>
              <a:defRPr sz="1800">
                <a:solidFill>
                  <a:schemeClr val="accent1"/>
                </a:solidFill>
              </a:defRPr>
            </a:lvl7pPr>
            <a:lvl8pPr lvl="7" algn="ctr" rtl="0">
              <a:lnSpc>
                <a:spcPct val="100000"/>
              </a:lnSpc>
              <a:spcBef>
                <a:spcPts val="0"/>
              </a:spcBef>
              <a:spcAft>
                <a:spcPts val="0"/>
              </a:spcAft>
              <a:buClr>
                <a:schemeClr val="accent1"/>
              </a:buClr>
              <a:buSzPts val="1800"/>
              <a:buNone/>
              <a:defRPr sz="1800">
                <a:solidFill>
                  <a:schemeClr val="accent1"/>
                </a:solidFill>
              </a:defRPr>
            </a:lvl8pPr>
            <a:lvl9pPr lvl="8" algn="ctr" rtl="0">
              <a:lnSpc>
                <a:spcPct val="100000"/>
              </a:lnSpc>
              <a:spcBef>
                <a:spcPts val="0"/>
              </a:spcBef>
              <a:spcAft>
                <a:spcPts val="0"/>
              </a:spcAft>
              <a:buClr>
                <a:schemeClr val="accent1"/>
              </a:buClr>
              <a:buSzPts val="1800"/>
              <a:buNone/>
              <a:defRPr sz="1800">
                <a:solidFill>
                  <a:schemeClr val="accen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Three Columns ">
  <p:cSld name="SECTION_TITLE_AND_DESCRIPTION_1_1">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3538497" y="27679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68" name="Google Shape;68;p18"/>
          <p:cNvSpPr txBox="1">
            <a:spLocks noGrp="1"/>
          </p:cNvSpPr>
          <p:nvPr>
            <p:ph type="subTitle" idx="1"/>
          </p:nvPr>
        </p:nvSpPr>
        <p:spPr>
          <a:xfrm>
            <a:off x="3538497" y="34528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69" name="Google Shape;69;p18"/>
          <p:cNvSpPr txBox="1">
            <a:spLocks noGrp="1"/>
          </p:cNvSpPr>
          <p:nvPr>
            <p:ph type="title" idx="2"/>
          </p:nvPr>
        </p:nvSpPr>
        <p:spPr>
          <a:xfrm>
            <a:off x="6028553" y="27679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70" name="Google Shape;70;p18"/>
          <p:cNvSpPr txBox="1">
            <a:spLocks noGrp="1"/>
          </p:cNvSpPr>
          <p:nvPr>
            <p:ph type="subTitle" idx="3"/>
          </p:nvPr>
        </p:nvSpPr>
        <p:spPr>
          <a:xfrm>
            <a:off x="6028553" y="34528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71" name="Google Shape;71;p18"/>
          <p:cNvSpPr txBox="1">
            <a:spLocks noGrp="1"/>
          </p:cNvSpPr>
          <p:nvPr>
            <p:ph type="title" idx="4"/>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1048447" y="27679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73" name="Google Shape;73;p18"/>
          <p:cNvSpPr txBox="1">
            <a:spLocks noGrp="1"/>
          </p:cNvSpPr>
          <p:nvPr>
            <p:ph type="subTitle" idx="6"/>
          </p:nvPr>
        </p:nvSpPr>
        <p:spPr>
          <a:xfrm>
            <a:off x="1048447" y="34528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text">
  <p:cSld name="TITLE_1_1_1">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273500" y="1369000"/>
            <a:ext cx="6597000" cy="2109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45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sp>
        <p:nvSpPr>
          <p:cNvPr id="76" name="Google Shape;76;p19"/>
          <p:cNvSpPr txBox="1">
            <a:spLocks noGrp="1"/>
          </p:cNvSpPr>
          <p:nvPr>
            <p:ph type="subTitle" idx="1"/>
          </p:nvPr>
        </p:nvSpPr>
        <p:spPr>
          <a:xfrm>
            <a:off x="2481900" y="2519525"/>
            <a:ext cx="418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accent1"/>
              </a:buClr>
              <a:buSzPts val="1800"/>
              <a:buNone/>
              <a:defRPr sz="1800">
                <a:solidFill>
                  <a:schemeClr val="accent1"/>
                </a:solidFill>
              </a:defRPr>
            </a:lvl2pPr>
            <a:lvl3pPr lvl="2" algn="ctr" rtl="0">
              <a:lnSpc>
                <a:spcPct val="100000"/>
              </a:lnSpc>
              <a:spcBef>
                <a:spcPts val="0"/>
              </a:spcBef>
              <a:spcAft>
                <a:spcPts val="0"/>
              </a:spcAft>
              <a:buClr>
                <a:schemeClr val="accent1"/>
              </a:buClr>
              <a:buSzPts val="1800"/>
              <a:buNone/>
              <a:defRPr sz="1800">
                <a:solidFill>
                  <a:schemeClr val="accent1"/>
                </a:solidFill>
              </a:defRPr>
            </a:lvl3pPr>
            <a:lvl4pPr lvl="3" algn="ctr" rtl="0">
              <a:lnSpc>
                <a:spcPct val="100000"/>
              </a:lnSpc>
              <a:spcBef>
                <a:spcPts val="0"/>
              </a:spcBef>
              <a:spcAft>
                <a:spcPts val="0"/>
              </a:spcAft>
              <a:buClr>
                <a:schemeClr val="accent1"/>
              </a:buClr>
              <a:buSzPts val="1800"/>
              <a:buNone/>
              <a:defRPr sz="1800">
                <a:solidFill>
                  <a:schemeClr val="accent1"/>
                </a:solidFill>
              </a:defRPr>
            </a:lvl4pPr>
            <a:lvl5pPr lvl="4" algn="ctr" rtl="0">
              <a:lnSpc>
                <a:spcPct val="100000"/>
              </a:lnSpc>
              <a:spcBef>
                <a:spcPts val="0"/>
              </a:spcBef>
              <a:spcAft>
                <a:spcPts val="0"/>
              </a:spcAft>
              <a:buClr>
                <a:schemeClr val="accent1"/>
              </a:buClr>
              <a:buSzPts val="1800"/>
              <a:buNone/>
              <a:defRPr sz="1800">
                <a:solidFill>
                  <a:schemeClr val="accent1"/>
                </a:solidFill>
              </a:defRPr>
            </a:lvl5pPr>
            <a:lvl6pPr lvl="5" algn="ctr" rtl="0">
              <a:lnSpc>
                <a:spcPct val="100000"/>
              </a:lnSpc>
              <a:spcBef>
                <a:spcPts val="0"/>
              </a:spcBef>
              <a:spcAft>
                <a:spcPts val="0"/>
              </a:spcAft>
              <a:buClr>
                <a:schemeClr val="accent1"/>
              </a:buClr>
              <a:buSzPts val="1800"/>
              <a:buNone/>
              <a:defRPr sz="1800">
                <a:solidFill>
                  <a:schemeClr val="accent1"/>
                </a:solidFill>
              </a:defRPr>
            </a:lvl6pPr>
            <a:lvl7pPr lvl="6" algn="ctr" rtl="0">
              <a:lnSpc>
                <a:spcPct val="100000"/>
              </a:lnSpc>
              <a:spcBef>
                <a:spcPts val="0"/>
              </a:spcBef>
              <a:spcAft>
                <a:spcPts val="0"/>
              </a:spcAft>
              <a:buClr>
                <a:schemeClr val="accent1"/>
              </a:buClr>
              <a:buSzPts val="1800"/>
              <a:buNone/>
              <a:defRPr sz="1800">
                <a:solidFill>
                  <a:schemeClr val="accent1"/>
                </a:solidFill>
              </a:defRPr>
            </a:lvl7pPr>
            <a:lvl8pPr lvl="7" algn="ctr" rtl="0">
              <a:lnSpc>
                <a:spcPct val="100000"/>
              </a:lnSpc>
              <a:spcBef>
                <a:spcPts val="0"/>
              </a:spcBef>
              <a:spcAft>
                <a:spcPts val="0"/>
              </a:spcAft>
              <a:buClr>
                <a:schemeClr val="accent1"/>
              </a:buClr>
              <a:buSzPts val="1800"/>
              <a:buNone/>
              <a:defRPr sz="1800">
                <a:solidFill>
                  <a:schemeClr val="accent1"/>
                </a:solidFill>
              </a:defRPr>
            </a:lvl8pPr>
            <a:lvl9pPr lvl="8" algn="ctr" rtl="0">
              <a:lnSpc>
                <a:spcPct val="100000"/>
              </a:lnSpc>
              <a:spcBef>
                <a:spcPts val="0"/>
              </a:spcBef>
              <a:spcAft>
                <a:spcPts val="0"/>
              </a:spcAft>
              <a:buClr>
                <a:schemeClr val="accent1"/>
              </a:buClr>
              <a:buSzPts val="1800"/>
              <a:buNone/>
              <a:defRPr sz="1800">
                <a:solidFill>
                  <a:schemeClr val="accen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7" r:id="rId4"/>
    <p:sldLayoutId id="2147483658" r:id="rId5"/>
    <p:sldLayoutId id="2147483659" r:id="rId6"/>
    <p:sldLayoutId id="2147483660" r:id="rId7"/>
    <p:sldLayoutId id="2147483661" r:id="rId8"/>
    <p:sldLayoutId id="2147483662" r:id="rId9"/>
    <p:sldLayoutId id="2147483664" r:id="rId10"/>
    <p:sldLayoutId id="214748366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8"/>
          <p:cNvSpPr txBox="1">
            <a:spLocks noGrp="1"/>
          </p:cNvSpPr>
          <p:nvPr>
            <p:ph type="ctrTitle"/>
          </p:nvPr>
        </p:nvSpPr>
        <p:spPr>
          <a:xfrm>
            <a:off x="2175900" y="1950100"/>
            <a:ext cx="4792200" cy="644700"/>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
              <a:t>WELCOME </a:t>
            </a:r>
            <a:r>
              <a:rPr lang="en" sz="1800" b="0" i="1"/>
              <a:t>to</a:t>
            </a:r>
            <a:endParaRPr b="0" i="1"/>
          </a:p>
        </p:txBody>
      </p:sp>
      <p:sp>
        <p:nvSpPr>
          <p:cNvPr id="164" name="Google Shape;164;p38"/>
          <p:cNvSpPr txBox="1">
            <a:spLocks noGrp="1"/>
          </p:cNvSpPr>
          <p:nvPr>
            <p:ph type="ctrTitle"/>
          </p:nvPr>
        </p:nvSpPr>
        <p:spPr>
          <a:xfrm>
            <a:off x="1917110" y="2562451"/>
            <a:ext cx="5309780" cy="1790164"/>
          </a:xfrm>
          <a:prstGeom prst="rect">
            <a:avLst/>
          </a:prstGeom>
          <a:effectLst>
            <a:outerShdw blurRad="100013" dist="19050" dir="8460000" algn="bl" rotWithShape="0">
              <a:srgbClr val="76A5AF">
                <a:alpha val="50000"/>
              </a:srgbClr>
            </a:outerShdw>
          </a:effectLst>
        </p:spPr>
        <p:txBody>
          <a:bodyPr spcFirstLastPara="1" wrap="square" lIns="91425" tIns="91425" rIns="91425" bIns="91425" anchor="b" anchorCtr="0">
            <a:noAutofit/>
          </a:bodyPr>
          <a:lstStyle/>
          <a:p>
            <a:pPr>
              <a:lnSpc>
                <a:spcPct val="150000"/>
              </a:lnSpc>
            </a:pPr>
            <a:r>
              <a:rPr lang="en-US" sz="2000" b="0">
                <a:solidFill>
                  <a:schemeClr val="tx2"/>
                </a:solidFill>
              </a:rPr>
              <a:t>Analog Transmission of Digital Data Using FSK and FDM: Implications for Modern Communication Systems</a:t>
            </a:r>
            <a:endParaRPr lang="en-US" sz="2000">
              <a:solidFill>
                <a:schemeClr val="tx2"/>
              </a:solidFill>
            </a:endParaRPr>
          </a:p>
        </p:txBody>
      </p:sp>
      <p:cxnSp>
        <p:nvCxnSpPr>
          <p:cNvPr id="165" name="Google Shape;165;p38"/>
          <p:cNvCxnSpPr/>
          <p:nvPr/>
        </p:nvCxnSpPr>
        <p:spPr>
          <a:xfrm>
            <a:off x="3190500" y="25651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909839"/>
            <a:ext cx="5735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AIMS AND OBJECTIVES </a:t>
            </a:r>
          </a:p>
        </p:txBody>
      </p:sp>
      <p:sp>
        <p:nvSpPr>
          <p:cNvPr id="171" name="Google Shape;171;p39"/>
          <p:cNvSpPr txBox="1">
            <a:spLocks noGrp="1"/>
          </p:cNvSpPr>
          <p:nvPr>
            <p:ph type="body" idx="1"/>
          </p:nvPr>
        </p:nvSpPr>
        <p:spPr>
          <a:xfrm>
            <a:off x="938500" y="1851239"/>
            <a:ext cx="6718778" cy="210239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600"/>
              <a:t>This experiment aims to convert digital signals into analog using FSK, combine them via FDM, and recover them through demultiplexing and demodulation. It demonstrates how multiple data streams can be transmitted over a shared medium while preserving signal integrity and separation in digital communication systems.</a:t>
            </a:r>
            <a:endParaRPr lang="en-US" sz="1100" b="1"/>
          </a:p>
        </p:txBody>
      </p:sp>
      <p:cxnSp>
        <p:nvCxnSpPr>
          <p:cNvPr id="172" name="Google Shape;172;p39"/>
          <p:cNvCxnSpPr/>
          <p:nvPr/>
        </p:nvCxnSpPr>
        <p:spPr>
          <a:xfrm>
            <a:off x="1043350" y="854776"/>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0" name="Google Shape;180;p40"/>
          <p:cNvSpPr txBox="1">
            <a:spLocks noGrp="1"/>
          </p:cNvSpPr>
          <p:nvPr>
            <p:ph type="subTitle" idx="1"/>
          </p:nvPr>
        </p:nvSpPr>
        <p:spPr>
          <a:xfrm>
            <a:off x="0" y="1348263"/>
            <a:ext cx="7663855" cy="3441451"/>
          </a:xfrm>
          <a:prstGeom prst="rect">
            <a:avLst/>
          </a:prstGeom>
        </p:spPr>
        <p:txBody>
          <a:bodyPr spcFirstLastPara="1" wrap="square" lIns="91425" tIns="91425" rIns="91425" bIns="91425" anchor="t" anchorCtr="0">
            <a:noAutofit/>
          </a:bodyPr>
          <a:lstStyle/>
          <a:p>
            <a:pPr>
              <a:buNone/>
            </a:pPr>
            <a:r>
              <a:rPr lang="en-US" sz="2000"/>
              <a:t>Shift keying (FSK) and multiplexing (FDM) are key to modern communication.</a:t>
            </a:r>
          </a:p>
          <a:p>
            <a:pPr algn="l">
              <a:buNone/>
            </a:pPr>
            <a:endParaRPr lang="en-US" sz="2000"/>
          </a:p>
          <a:p>
            <a:pPr algn="l">
              <a:buFont typeface="Arial" panose="020B0604020202020204" pitchFamily="34" charset="0"/>
              <a:buChar char="•"/>
            </a:pPr>
            <a:r>
              <a:rPr lang="en-US" sz="2000" b="1"/>
              <a:t>Society:</a:t>
            </a:r>
            <a:r>
              <a:rPr lang="en-US" sz="2000"/>
              <a:t> Improve internet and mobile connectivity.</a:t>
            </a:r>
          </a:p>
          <a:p>
            <a:pPr algn="l">
              <a:buFont typeface="Arial" panose="020B0604020202020204" pitchFamily="34" charset="0"/>
              <a:buChar char="•"/>
            </a:pPr>
            <a:r>
              <a:rPr lang="en-US" sz="2000" b="1"/>
              <a:t>Health:</a:t>
            </a:r>
            <a:r>
              <a:rPr lang="en-US" sz="2000"/>
              <a:t> Support telemedicine and remote monitoring.</a:t>
            </a:r>
          </a:p>
          <a:p>
            <a:pPr algn="l">
              <a:buFont typeface="Arial" panose="020B0604020202020204" pitchFamily="34" charset="0"/>
              <a:buChar char="•"/>
            </a:pPr>
            <a:r>
              <a:rPr lang="en-US" sz="2000" b="1"/>
              <a:t>Safety:</a:t>
            </a:r>
            <a:r>
              <a:rPr lang="en-US" sz="2000"/>
              <a:t> Enable emergency and transport data systems.</a:t>
            </a:r>
          </a:p>
          <a:p>
            <a:pPr algn="l">
              <a:buFont typeface="Arial" panose="020B0604020202020204" pitchFamily="34" charset="0"/>
              <a:buChar char="•"/>
            </a:pPr>
            <a:r>
              <a:rPr lang="en-US" sz="2000" b="1"/>
              <a:t>Culture:</a:t>
            </a:r>
            <a:r>
              <a:rPr lang="en-US" sz="2000"/>
              <a:t> Allow global media and cultural exchange.</a:t>
            </a:r>
          </a:p>
          <a:p>
            <a:pPr marL="0" lvl="0" indent="0" algn="just" rtl="0">
              <a:spcBef>
                <a:spcPts val="0"/>
              </a:spcBef>
              <a:spcAft>
                <a:spcPts val="0"/>
              </a:spcAft>
              <a:buNone/>
            </a:pPr>
            <a:endParaRPr lang="en-US" sz="1600" b="1"/>
          </a:p>
        </p:txBody>
      </p:sp>
      <p:sp>
        <p:nvSpPr>
          <p:cNvPr id="185" name="Google Shape;185;p40"/>
          <p:cNvSpPr txBox="1">
            <a:spLocks noGrp="1"/>
          </p:cNvSpPr>
          <p:nvPr>
            <p:ph type="title" idx="7"/>
          </p:nvPr>
        </p:nvSpPr>
        <p:spPr>
          <a:xfrm>
            <a:off x="1361042" y="174171"/>
            <a:ext cx="6302813" cy="117409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Impact on Society, Health, and Safety </a:t>
            </a:r>
            <a:endParaRPr/>
          </a:p>
        </p:txBody>
      </p:sp>
      <p:cxnSp>
        <p:nvCxnSpPr>
          <p:cNvPr id="18" name="Google Shape;172;p39">
            <a:extLst>
              <a:ext uri="{FF2B5EF4-FFF2-40B4-BE49-F238E27FC236}">
                <a16:creationId xmlns:a16="http://schemas.microsoft.com/office/drawing/2014/main" id="{D9045565-A5D9-15C5-0A39-98E5BD737BAA}"/>
              </a:ext>
            </a:extLst>
          </p:cNvPr>
          <p:cNvCxnSpPr>
            <a:cxnSpLocks/>
          </p:cNvCxnSpPr>
          <p:nvPr/>
        </p:nvCxnSpPr>
        <p:spPr>
          <a:xfrm>
            <a:off x="4747002" y="3565084"/>
            <a:ext cx="2332224"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B88905B4-D3ED-FDE6-2AC4-634DCF70DAD4}"/>
            </a:ext>
          </a:extLst>
        </p:cNvPr>
        <p:cNvGrpSpPr/>
        <p:nvPr/>
      </p:nvGrpSpPr>
      <p:grpSpPr>
        <a:xfrm>
          <a:off x="0" y="0"/>
          <a:ext cx="0" cy="0"/>
          <a:chOff x="0" y="0"/>
          <a:chExt cx="0" cy="0"/>
        </a:xfrm>
      </p:grpSpPr>
      <p:sp>
        <p:nvSpPr>
          <p:cNvPr id="1986" name="Google Shape;1986;p56">
            <a:extLst>
              <a:ext uri="{FF2B5EF4-FFF2-40B4-BE49-F238E27FC236}">
                <a16:creationId xmlns:a16="http://schemas.microsoft.com/office/drawing/2014/main" id="{A0BD7F60-B34D-DCE1-ED2B-95D2E1DABAB8}"/>
              </a:ext>
            </a:extLst>
          </p:cNvPr>
          <p:cNvSpPr txBox="1">
            <a:spLocks noGrp="1"/>
          </p:cNvSpPr>
          <p:nvPr>
            <p:ph type="title"/>
          </p:nvPr>
        </p:nvSpPr>
        <p:spPr>
          <a:xfrm>
            <a:off x="2209800" y="365106"/>
            <a:ext cx="5207000" cy="122347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800">
                <a:solidFill>
                  <a:schemeClr val="tx2"/>
                </a:solidFill>
              </a:rPr>
              <a:t>Digital to Analog Conversion</a:t>
            </a:r>
            <a:endParaRPr/>
          </a:p>
        </p:txBody>
      </p:sp>
      <p:cxnSp>
        <p:nvCxnSpPr>
          <p:cNvPr id="1988" name="Google Shape;1988;p56">
            <a:extLst>
              <a:ext uri="{FF2B5EF4-FFF2-40B4-BE49-F238E27FC236}">
                <a16:creationId xmlns:a16="http://schemas.microsoft.com/office/drawing/2014/main" id="{EFD908CF-DBE9-4F7D-00E5-7401CCEF4181}"/>
              </a:ext>
            </a:extLst>
          </p:cNvPr>
          <p:cNvCxnSpPr/>
          <p:nvPr/>
        </p:nvCxnSpPr>
        <p:spPr>
          <a:xfrm>
            <a:off x="3190500" y="1806635"/>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Google Shape;1986;p56">
            <a:extLst>
              <a:ext uri="{FF2B5EF4-FFF2-40B4-BE49-F238E27FC236}">
                <a16:creationId xmlns:a16="http://schemas.microsoft.com/office/drawing/2014/main" id="{EB9DCAFF-23B7-7921-A0B4-3A9F6E748E13}"/>
              </a:ext>
            </a:extLst>
          </p:cNvPr>
          <p:cNvSpPr txBox="1">
            <a:spLocks/>
          </p:cNvSpPr>
          <p:nvPr/>
        </p:nvSpPr>
        <p:spPr>
          <a:xfrm>
            <a:off x="1999281" y="2016946"/>
            <a:ext cx="5145437" cy="253412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7200"/>
              <a:buFont typeface="Montserrat ExtraBold"/>
              <a:buNone/>
              <a:defRPr sz="72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9pPr>
          </a:lstStyle>
          <a:p>
            <a:pPr algn="just">
              <a:lnSpc>
                <a:spcPct val="150000"/>
              </a:lnSpc>
            </a:pPr>
            <a:endParaRPr lang="en-US" sz="1400">
              <a:latin typeface="Bahnschrift SemiBold" panose="020B0502040204020203" pitchFamily="34" charset="0"/>
            </a:endParaRPr>
          </a:p>
        </p:txBody>
      </p:sp>
      <p:sp>
        <p:nvSpPr>
          <p:cNvPr id="5" name="Google Shape;1986;p56">
            <a:extLst>
              <a:ext uri="{FF2B5EF4-FFF2-40B4-BE49-F238E27FC236}">
                <a16:creationId xmlns:a16="http://schemas.microsoft.com/office/drawing/2014/main" id="{7596D935-117F-179F-960E-F62D91DD400A}"/>
              </a:ext>
            </a:extLst>
          </p:cNvPr>
          <p:cNvSpPr txBox="1">
            <a:spLocks/>
          </p:cNvSpPr>
          <p:nvPr/>
        </p:nvSpPr>
        <p:spPr>
          <a:xfrm>
            <a:off x="2781946" y="569695"/>
            <a:ext cx="697424" cy="90220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7200"/>
              <a:buFont typeface="Montserrat ExtraBold"/>
              <a:buNone/>
              <a:defRPr sz="72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9pPr>
          </a:lstStyle>
          <a:p>
            <a:endParaRPr lang="en-US" sz="960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8D7509D-CD5C-3210-0CF7-E2FDDD7A9085}"/>
              </a:ext>
            </a:extLst>
          </p:cNvPr>
          <p:cNvGrpSpPr/>
          <p:nvPr/>
        </p:nvGrpSpPr>
        <p:grpSpPr>
          <a:xfrm>
            <a:off x="0" y="1683442"/>
            <a:ext cx="9144000" cy="2939358"/>
            <a:chOff x="328123" y="2514600"/>
            <a:chExt cx="8150213" cy="1812055"/>
          </a:xfrm>
        </p:grpSpPr>
        <p:pic>
          <p:nvPicPr>
            <p:cNvPr id="3" name="Picture 2">
              <a:extLst>
                <a:ext uri="{FF2B5EF4-FFF2-40B4-BE49-F238E27FC236}">
                  <a16:creationId xmlns:a16="http://schemas.microsoft.com/office/drawing/2014/main" id="{254B9A6F-51AD-D9EC-8E07-D016977D339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91259" y="2514600"/>
              <a:ext cx="5823941" cy="181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87306B25-A872-03E0-6BD3-6F9B3ED3BE5A}"/>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28123" y="2918539"/>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25CB54A9-F14C-171C-1C00-297EA8BF6CA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315200" y="3013264"/>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81FDA315-27BB-C816-11C5-10BD8ECC4E76}"/>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310128" y="2712524"/>
              <a:ext cx="2176272" cy="77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657415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345C9F27-C7EF-80EA-1757-7457670CA09A}"/>
            </a:ext>
          </a:extLst>
        </p:cNvPr>
        <p:cNvGrpSpPr/>
        <p:nvPr/>
      </p:nvGrpSpPr>
      <p:grpSpPr>
        <a:xfrm>
          <a:off x="0" y="0"/>
          <a:ext cx="0" cy="0"/>
          <a:chOff x="0" y="0"/>
          <a:chExt cx="0" cy="0"/>
        </a:xfrm>
      </p:grpSpPr>
      <p:sp>
        <p:nvSpPr>
          <p:cNvPr id="194" name="Google Shape;194;p41">
            <a:extLst>
              <a:ext uri="{FF2B5EF4-FFF2-40B4-BE49-F238E27FC236}">
                <a16:creationId xmlns:a16="http://schemas.microsoft.com/office/drawing/2014/main" id="{2BBE76BD-4E31-5BBF-5105-7D15D4D9A8AD}"/>
              </a:ext>
            </a:extLst>
          </p:cNvPr>
          <p:cNvSpPr txBox="1">
            <a:spLocks noGrp="1"/>
          </p:cNvSpPr>
          <p:nvPr>
            <p:ph type="ctrTitle"/>
          </p:nvPr>
        </p:nvSpPr>
        <p:spPr>
          <a:xfrm>
            <a:off x="3552344" y="864444"/>
            <a:ext cx="5591656" cy="90582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a:t>Implementation of BFSK</a:t>
            </a:r>
            <a:endParaRPr lang="en-US" sz="4800"/>
          </a:p>
        </p:txBody>
      </p:sp>
      <p:sp>
        <p:nvSpPr>
          <p:cNvPr id="195" name="Google Shape;195;p41">
            <a:extLst>
              <a:ext uri="{FF2B5EF4-FFF2-40B4-BE49-F238E27FC236}">
                <a16:creationId xmlns:a16="http://schemas.microsoft.com/office/drawing/2014/main" id="{D119EEBE-25FC-8868-8ECA-8BB467226C35}"/>
              </a:ext>
            </a:extLst>
          </p:cNvPr>
          <p:cNvSpPr txBox="1">
            <a:spLocks noGrp="1"/>
          </p:cNvSpPr>
          <p:nvPr>
            <p:ph type="subTitle" idx="1"/>
          </p:nvPr>
        </p:nvSpPr>
        <p:spPr>
          <a:xfrm>
            <a:off x="4352379" y="2276225"/>
            <a:ext cx="3830547" cy="275297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b="1"/>
              <a:t>Binary Frequency Shift Keying (BFSK)</a:t>
            </a:r>
            <a:r>
              <a:rPr lang="en-US" sz="2000"/>
              <a:t> is a type of digital modulation where two different frequencies represent binary 0 and 1.</a:t>
            </a:r>
            <a:endParaRPr sz="1600" b="1"/>
          </a:p>
        </p:txBody>
      </p:sp>
      <p:cxnSp>
        <p:nvCxnSpPr>
          <p:cNvPr id="2" name="Google Shape;172;p39">
            <a:extLst>
              <a:ext uri="{FF2B5EF4-FFF2-40B4-BE49-F238E27FC236}">
                <a16:creationId xmlns:a16="http://schemas.microsoft.com/office/drawing/2014/main" id="{B162B933-E455-ECDA-29FB-6DA2DADE34C8}"/>
              </a:ext>
            </a:extLst>
          </p:cNvPr>
          <p:cNvCxnSpPr/>
          <p:nvPr/>
        </p:nvCxnSpPr>
        <p:spPr>
          <a:xfrm>
            <a:off x="4831327" y="183100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06B10CBA-94CE-F5FE-8996-87E4B29307D9}"/>
                  </a:ext>
                </a:extLst>
              </p14:cNvPr>
              <p14:cNvContentPartPr/>
              <p14:nvPr/>
            </p14:nvContentPartPr>
            <p14:xfrm>
              <a:off x="410443" y="3176683"/>
              <a:ext cx="1785600" cy="729000"/>
            </p14:xfrm>
          </p:contentPart>
        </mc:Choice>
        <mc:Fallback xmlns="">
          <p:pic>
            <p:nvPicPr>
              <p:cNvPr id="12" name="Ink 11">
                <a:extLst>
                  <a:ext uri="{FF2B5EF4-FFF2-40B4-BE49-F238E27FC236}">
                    <a16:creationId xmlns:a16="http://schemas.microsoft.com/office/drawing/2014/main" id="{06B10CBA-94CE-F5FE-8996-87E4B29307D9}"/>
                  </a:ext>
                </a:extLst>
              </p:cNvPr>
              <p:cNvPicPr/>
              <p:nvPr/>
            </p:nvPicPr>
            <p:blipFill>
              <a:blip r:embed="rId4"/>
              <a:stretch>
                <a:fillRect/>
              </a:stretch>
            </p:blipFill>
            <p:spPr>
              <a:xfrm>
                <a:off x="347443" y="3113683"/>
                <a:ext cx="1911240" cy="854640"/>
              </a:xfrm>
              <a:prstGeom prst="rect">
                <a:avLst/>
              </a:prstGeom>
            </p:spPr>
          </p:pic>
        </mc:Fallback>
      </mc:AlternateContent>
      <p:pic>
        <p:nvPicPr>
          <p:cNvPr id="3" name="Picture 6">
            <a:extLst>
              <a:ext uri="{FF2B5EF4-FFF2-40B4-BE49-F238E27FC236}">
                <a16:creationId xmlns:a16="http://schemas.microsoft.com/office/drawing/2014/main" id="{81DD8CC2-9B0C-5BFE-39EB-F952633DC116}"/>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9706" y="1831002"/>
            <a:ext cx="4312674" cy="2568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917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900" y="955501"/>
            <a:ext cx="4792200" cy="644700"/>
          </a:xfrm>
        </p:spPr>
        <p:txBody>
          <a:bodyPr>
            <a:normAutofit fontScale="90000"/>
          </a:bodyPr>
          <a:lstStyle/>
          <a:p>
            <a:r>
              <a:rPr lang="en-US"/>
              <a:t>Frequency-Division Multiplexing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1500154" y="1600201"/>
            <a:ext cx="6286534" cy="2994422"/>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14313" indent="-214313">
              <a:buFont typeface="Arial" panose="020B0604020202020204" pitchFamily="34" charset="0"/>
              <a:buChar char="•"/>
            </a:pPr>
            <a:endParaRPr lang="en-US" sz="2100">
              <a:solidFill>
                <a:schemeClr val="tx1"/>
              </a:solidFill>
            </a:endParaRPr>
          </a:p>
        </p:txBody>
      </p:sp>
      <p:pic>
        <p:nvPicPr>
          <p:cNvPr id="6" name="Picture 2">
            <a:extLst>
              <a:ext uri="{FF2B5EF4-FFF2-40B4-BE49-F238E27FC236}">
                <a16:creationId xmlns:a16="http://schemas.microsoft.com/office/drawing/2014/main" id="{D1C19D76-3AC3-424A-8218-3F7A8F843EE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2374899"/>
            <a:ext cx="9144000" cy="2864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56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0154" y="226526"/>
            <a:ext cx="4792200" cy="1106973"/>
          </a:xfrm>
        </p:spPr>
        <p:txBody>
          <a:bodyPr>
            <a:normAutofit/>
          </a:bodyPr>
          <a:lstStyle/>
          <a:p>
            <a:r>
              <a:rPr lang="en-US"/>
              <a:t>FDM Process</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1500154" y="1600201"/>
            <a:ext cx="6286534" cy="2994422"/>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14313" indent="-214313">
              <a:buFont typeface="Arial" panose="020B0604020202020204" pitchFamily="34" charset="0"/>
              <a:buChar char="•"/>
            </a:pPr>
            <a:endParaRPr lang="en-US" sz="2100">
              <a:solidFill>
                <a:schemeClr val="tx1"/>
              </a:solidFill>
            </a:endParaRPr>
          </a:p>
        </p:txBody>
      </p:sp>
      <p:pic>
        <p:nvPicPr>
          <p:cNvPr id="7" name="Picture 6">
            <a:extLst>
              <a:ext uri="{FF2B5EF4-FFF2-40B4-BE49-F238E27FC236}">
                <a16:creationId xmlns:a16="http://schemas.microsoft.com/office/drawing/2014/main" id="{54F338EB-179E-4B55-BDF6-DF0F0817D47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1600200"/>
            <a:ext cx="9144000" cy="3543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8112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0DC73894-92E3-DFB7-46AC-A66ABD7B6EBF}"/>
            </a:ext>
          </a:extLst>
        </p:cNvPr>
        <p:cNvGrpSpPr/>
        <p:nvPr/>
      </p:nvGrpSpPr>
      <p:grpSpPr>
        <a:xfrm>
          <a:off x="0" y="0"/>
          <a:ext cx="0" cy="0"/>
          <a:chOff x="0" y="0"/>
          <a:chExt cx="0" cy="0"/>
        </a:xfrm>
      </p:grpSpPr>
      <p:sp>
        <p:nvSpPr>
          <p:cNvPr id="170" name="Google Shape;170;p39">
            <a:extLst>
              <a:ext uri="{FF2B5EF4-FFF2-40B4-BE49-F238E27FC236}">
                <a16:creationId xmlns:a16="http://schemas.microsoft.com/office/drawing/2014/main" id="{1B3555D8-7249-0524-D836-97ADDB23A7FA}"/>
              </a:ext>
            </a:extLst>
          </p:cNvPr>
          <p:cNvSpPr txBox="1">
            <a:spLocks noGrp="1"/>
          </p:cNvSpPr>
          <p:nvPr>
            <p:ph type="title"/>
          </p:nvPr>
        </p:nvSpPr>
        <p:spPr>
          <a:xfrm>
            <a:off x="646400" y="139707"/>
            <a:ext cx="5735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Procedure</a:t>
            </a:r>
          </a:p>
        </p:txBody>
      </p:sp>
      <p:cxnSp>
        <p:nvCxnSpPr>
          <p:cNvPr id="172" name="Google Shape;172;p39">
            <a:extLst>
              <a:ext uri="{FF2B5EF4-FFF2-40B4-BE49-F238E27FC236}">
                <a16:creationId xmlns:a16="http://schemas.microsoft.com/office/drawing/2014/main" id="{5790B26F-8D17-1C2D-1DCF-295ECCADB043}"/>
              </a:ext>
            </a:extLst>
          </p:cNvPr>
          <p:cNvCxnSpPr/>
          <p:nvPr/>
        </p:nvCxnSpPr>
        <p:spPr>
          <a:xfrm>
            <a:off x="1043350" y="854776"/>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Google Shape;214;p44">
            <a:extLst>
              <a:ext uri="{FF2B5EF4-FFF2-40B4-BE49-F238E27FC236}">
                <a16:creationId xmlns:a16="http://schemas.microsoft.com/office/drawing/2014/main" id="{2DB87B5A-AE41-CE2D-A089-420E3A1230BF}"/>
              </a:ext>
            </a:extLst>
          </p:cNvPr>
          <p:cNvSpPr txBox="1">
            <a:spLocks/>
          </p:cNvSpPr>
          <p:nvPr/>
        </p:nvSpPr>
        <p:spPr>
          <a:xfrm>
            <a:off x="798800" y="1081107"/>
            <a:ext cx="6783100" cy="39226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marL="342900" indent="-342900">
              <a:lnSpc>
                <a:spcPct val="150000"/>
              </a:lnSpc>
              <a:buFont typeface="Wingdings" panose="05000000000000000000" pitchFamily="2" charset="2"/>
              <a:buChar char="ü"/>
            </a:pPr>
            <a:r>
              <a:rPr lang="nn-NO" sz="1200" dirty="0">
                <a:solidFill>
                  <a:schemeClr val="bg1"/>
                </a:solidFill>
              </a:rPr>
              <a:t>Digital signals:</a:t>
            </a:r>
            <a:br>
              <a:rPr lang="nn-NO" sz="1200" dirty="0">
                <a:solidFill>
                  <a:schemeClr val="bg1"/>
                </a:solidFill>
              </a:rPr>
            </a:br>
            <a:r>
              <a:rPr lang="nn-NO" sz="1200" dirty="0">
                <a:solidFill>
                  <a:schemeClr val="bg1"/>
                </a:solidFill>
              </a:rPr>
              <a:t> x1 = [1 0 1 1 0 0 1 0], x2 = [0 1 0 0 1 1 0 1]</a:t>
            </a:r>
          </a:p>
          <a:p>
            <a:pPr marL="342900" indent="-342900">
              <a:lnSpc>
                <a:spcPct val="150000"/>
              </a:lnSpc>
              <a:buFont typeface="Wingdings" panose="05000000000000000000" pitchFamily="2" charset="2"/>
              <a:buChar char="ü"/>
            </a:pPr>
            <a:r>
              <a:rPr lang="en-US" sz="1200" dirty="0">
                <a:solidFill>
                  <a:schemeClr val="bg1"/>
                </a:solidFill>
              </a:rPr>
              <a:t>Converted to unipolar NRZ with 1s bit duration</a:t>
            </a:r>
          </a:p>
          <a:p>
            <a:pPr marL="342900" indent="-342900">
              <a:lnSpc>
                <a:spcPct val="150000"/>
              </a:lnSpc>
              <a:buFont typeface="Wingdings" panose="05000000000000000000" pitchFamily="2" charset="2"/>
              <a:buChar char="ü"/>
            </a:pPr>
            <a:r>
              <a:rPr lang="en-US" sz="1200" dirty="0">
                <a:solidFill>
                  <a:schemeClr val="bg1"/>
                </a:solidFill>
              </a:rPr>
              <a:t>FSK modulation applied:</a:t>
            </a:r>
            <a:br>
              <a:rPr lang="en-US" sz="1200" dirty="0">
                <a:solidFill>
                  <a:schemeClr val="bg1"/>
                </a:solidFill>
              </a:rPr>
            </a:br>
            <a:r>
              <a:rPr lang="en-US" sz="1200" dirty="0">
                <a:solidFill>
                  <a:schemeClr val="bg1"/>
                </a:solidFill>
              </a:rPr>
              <a:t> 0 → 2 Hz, 1 → 5 Hz</a:t>
            </a:r>
          </a:p>
          <a:p>
            <a:pPr marL="342900" indent="-342900">
              <a:lnSpc>
                <a:spcPct val="150000"/>
              </a:lnSpc>
              <a:buFont typeface="Wingdings" panose="05000000000000000000" pitchFamily="2" charset="2"/>
              <a:buChar char="ü"/>
            </a:pPr>
            <a:r>
              <a:rPr lang="en-US" sz="1200" dirty="0">
                <a:solidFill>
                  <a:schemeClr val="bg1"/>
                </a:solidFill>
              </a:rPr>
              <a:t>x2’s FSK signal was shifted using a 20 Hz carrier for FDM</a:t>
            </a:r>
          </a:p>
          <a:p>
            <a:pPr marL="342900" indent="-342900">
              <a:lnSpc>
                <a:spcPct val="150000"/>
              </a:lnSpc>
              <a:buFont typeface="Wingdings" panose="05000000000000000000" pitchFamily="2" charset="2"/>
              <a:buChar char="ü"/>
            </a:pPr>
            <a:r>
              <a:rPr lang="en-US" sz="1200" dirty="0">
                <a:solidFill>
                  <a:schemeClr val="bg1"/>
                </a:solidFill>
              </a:rPr>
              <a:t>x1 and shifted x2 signals were added to form a composite signal.</a:t>
            </a:r>
          </a:p>
          <a:p>
            <a:pPr marL="342900" indent="-342900">
              <a:lnSpc>
                <a:spcPct val="150000"/>
              </a:lnSpc>
              <a:buFont typeface="Wingdings" panose="05000000000000000000" pitchFamily="2" charset="2"/>
              <a:buChar char="ü"/>
            </a:pPr>
            <a:r>
              <a:rPr lang="en-US" sz="1200" dirty="0">
                <a:solidFill>
                  <a:schemeClr val="bg1"/>
                </a:solidFill>
              </a:rPr>
              <a:t>Bandpass filters separated x1 and x2 based on their frequency bands</a:t>
            </a:r>
          </a:p>
          <a:p>
            <a:pPr marL="342900" indent="-342900">
              <a:lnSpc>
                <a:spcPct val="150000"/>
              </a:lnSpc>
              <a:buFont typeface="Wingdings" panose="05000000000000000000" pitchFamily="2" charset="2"/>
              <a:buChar char="ü"/>
            </a:pPr>
            <a:r>
              <a:rPr lang="en-US" sz="1200" dirty="0">
                <a:solidFill>
                  <a:schemeClr val="bg1"/>
                </a:solidFill>
              </a:rPr>
              <a:t>x2 was multiplied by 20 Hz carrier to return to baseband.</a:t>
            </a:r>
          </a:p>
          <a:p>
            <a:pPr marL="342900" indent="-342900">
              <a:lnSpc>
                <a:spcPct val="150000"/>
              </a:lnSpc>
              <a:buFont typeface="Wingdings" panose="05000000000000000000" pitchFamily="2" charset="2"/>
              <a:buChar char="ü"/>
            </a:pPr>
            <a:r>
              <a:rPr lang="en-US" sz="1200" dirty="0">
                <a:solidFill>
                  <a:schemeClr val="bg1"/>
                </a:solidFill>
              </a:rPr>
              <a:t>FFT identified dominant frequencies (2 Hz or 5 Hz) in each bit period.</a:t>
            </a:r>
          </a:p>
          <a:p>
            <a:pPr marL="342900" indent="-342900">
              <a:lnSpc>
                <a:spcPct val="150000"/>
              </a:lnSpc>
              <a:buFont typeface="Wingdings" panose="05000000000000000000" pitchFamily="2" charset="2"/>
              <a:buChar char="ü"/>
            </a:pPr>
            <a:r>
              <a:rPr lang="en-US" sz="1200" dirty="0">
                <a:solidFill>
                  <a:schemeClr val="bg1"/>
                </a:solidFill>
              </a:rPr>
              <a:t>x1 and x2 were reconstructed from detected frequencies</a:t>
            </a:r>
          </a:p>
          <a:p>
            <a:pPr marL="342900" indent="-342900">
              <a:lnSpc>
                <a:spcPct val="150000"/>
              </a:lnSpc>
              <a:buFont typeface="Wingdings" panose="05000000000000000000" pitchFamily="2" charset="2"/>
              <a:buChar char="ü"/>
            </a:pPr>
            <a:r>
              <a:rPr lang="en-US" sz="1200" dirty="0">
                <a:solidFill>
                  <a:schemeClr val="bg1"/>
                </a:solidFill>
              </a:rPr>
              <a:t>Plots verified each step: original signals, FSK, composite, and outputs.</a:t>
            </a:r>
          </a:p>
        </p:txBody>
      </p:sp>
    </p:spTree>
    <p:extLst>
      <p:ext uri="{BB962C8B-B14F-4D97-AF65-F5344CB8AC3E}">
        <p14:creationId xmlns:p14="http://schemas.microsoft.com/office/powerpoint/2010/main" val="3299386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42"/>
          <p:cNvSpPr txBox="1">
            <a:spLocks noGrp="1"/>
          </p:cNvSpPr>
          <p:nvPr>
            <p:ph type="ctrTitle"/>
          </p:nvPr>
        </p:nvSpPr>
        <p:spPr>
          <a:xfrm>
            <a:off x="751255" y="0"/>
            <a:ext cx="7641488" cy="55879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3200" err="1"/>
              <a:t>Matlab</a:t>
            </a:r>
            <a:r>
              <a:rPr lang="en-US" sz="3200"/>
              <a:t> Output</a:t>
            </a:r>
            <a:endParaRPr sz="2400"/>
          </a:p>
        </p:txBody>
      </p:sp>
      <p:pic>
        <p:nvPicPr>
          <p:cNvPr id="4" name="Picture 3">
            <a:extLst>
              <a:ext uri="{FF2B5EF4-FFF2-40B4-BE49-F238E27FC236}">
                <a16:creationId xmlns:a16="http://schemas.microsoft.com/office/drawing/2014/main" id="{B61DCCA2-B685-47F5-BFC9-AFB34C219E8E}"/>
              </a:ext>
            </a:extLst>
          </p:cNvPr>
          <p:cNvPicPr/>
          <p:nvPr/>
        </p:nvPicPr>
        <p:blipFill>
          <a:blip r:embed="rId3"/>
          <a:stretch>
            <a:fillRect/>
          </a:stretch>
        </p:blipFill>
        <p:spPr>
          <a:xfrm>
            <a:off x="1449387" y="639097"/>
            <a:ext cx="6245225" cy="4319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269"/>
            <a:ext cx="4513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Advantages of FSK (Frequency Shift Keying)</a:t>
            </a:r>
            <a:endParaRPr lang="en-US" b="1">
              <a:solidFill>
                <a:schemeClr val="accent1"/>
              </a:solidFill>
              <a:latin typeface="Times New Roman" panose="02020603050405020304" pitchFamily="18" charset="0"/>
              <a:cs typeface="Times New Roman" panose="02020603050405020304" pitchFamily="18" charset="0"/>
            </a:endParaRPr>
          </a:p>
        </p:txBody>
      </p:sp>
      <p:cxnSp>
        <p:nvCxnSpPr>
          <p:cNvPr id="216" name="Google Shape;216;p44"/>
          <p:cNvCxnSpPr>
            <a:cxnSpLocks/>
          </p:cNvCxnSpPr>
          <p:nvPr/>
        </p:nvCxnSpPr>
        <p:spPr>
          <a:xfrm>
            <a:off x="1033951" y="1715885"/>
            <a:ext cx="225944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Google Shape;214;p44">
            <a:extLst>
              <a:ext uri="{FF2B5EF4-FFF2-40B4-BE49-F238E27FC236}">
                <a16:creationId xmlns:a16="http://schemas.microsoft.com/office/drawing/2014/main" id="{C449FAFF-B20C-34E9-BC0C-B30F3ABC1A78}"/>
              </a:ext>
            </a:extLst>
          </p:cNvPr>
          <p:cNvSpPr txBox="1">
            <a:spLocks/>
          </p:cNvSpPr>
          <p:nvPr/>
        </p:nvSpPr>
        <p:spPr>
          <a:xfrm>
            <a:off x="798800" y="1715884"/>
            <a:ext cx="6783100" cy="32879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marL="342900" indent="-342900">
              <a:lnSpc>
                <a:spcPct val="150000"/>
              </a:lnSpc>
              <a:buFont typeface="Wingdings" panose="05000000000000000000" pitchFamily="2" charset="2"/>
              <a:buChar char="ü"/>
            </a:pPr>
            <a:r>
              <a:rPr lang="en-US" sz="1300" b="1">
                <a:solidFill>
                  <a:schemeClr val="bg1"/>
                </a:solidFill>
              </a:rPr>
              <a:t>Noise Resistance:</a:t>
            </a:r>
            <a:r>
              <a:rPr lang="en-US" sz="1300">
                <a:solidFill>
                  <a:schemeClr val="bg1"/>
                </a:solidFill>
              </a:rPr>
              <a:t> FSK is less affected by noise compared to amplitude-based modulation </a:t>
            </a:r>
          </a:p>
          <a:p>
            <a:pPr marL="342900" indent="-342900">
              <a:lnSpc>
                <a:spcPct val="150000"/>
              </a:lnSpc>
              <a:buFont typeface="Wingdings" panose="05000000000000000000" pitchFamily="2" charset="2"/>
              <a:buChar char="ü"/>
            </a:pPr>
            <a:r>
              <a:rPr lang="en-US" sz="1300" b="1">
                <a:solidFill>
                  <a:schemeClr val="bg1"/>
                </a:solidFill>
              </a:rPr>
              <a:t>Simple Demodulation:</a:t>
            </a:r>
            <a:r>
              <a:rPr lang="en-US" sz="1300">
                <a:solidFill>
                  <a:schemeClr val="bg1"/>
                </a:solidFill>
              </a:rPr>
              <a:t> Easy to detect and demodulate using simple circuits </a:t>
            </a:r>
          </a:p>
          <a:p>
            <a:pPr marL="342900" indent="-342900">
              <a:lnSpc>
                <a:spcPct val="150000"/>
              </a:lnSpc>
              <a:buFont typeface="Wingdings" panose="05000000000000000000" pitchFamily="2" charset="2"/>
              <a:buChar char="ü"/>
            </a:pPr>
            <a:r>
              <a:rPr lang="en-US" sz="1300" b="1">
                <a:solidFill>
                  <a:schemeClr val="bg1"/>
                </a:solidFill>
              </a:rPr>
              <a:t>Reliable Data Transmission:</a:t>
            </a:r>
            <a:r>
              <a:rPr lang="en-US" sz="1300">
                <a:solidFill>
                  <a:schemeClr val="bg1"/>
                </a:solidFill>
              </a:rPr>
              <a:t> Good for digital data over noisy channels. </a:t>
            </a:r>
          </a:p>
          <a:p>
            <a:pPr marL="342900" indent="-342900">
              <a:lnSpc>
                <a:spcPct val="150000"/>
              </a:lnSpc>
              <a:buFont typeface="Wingdings" panose="05000000000000000000" pitchFamily="2" charset="2"/>
              <a:buChar char="ü"/>
            </a:pPr>
            <a:r>
              <a:rPr lang="en-US" sz="1300" b="1">
                <a:solidFill>
                  <a:schemeClr val="bg1"/>
                </a:solidFill>
              </a:rPr>
              <a:t>Constant Amplitude Signal:</a:t>
            </a:r>
            <a:r>
              <a:rPr lang="en-US" sz="1300">
                <a:solidFill>
                  <a:schemeClr val="bg1"/>
                </a:solidFill>
              </a:rPr>
              <a:t> Power remains constant, reducing distortion</a:t>
            </a:r>
            <a:r>
              <a:rPr lang="en-US" sz="1300">
                <a:solidFill>
                  <a:schemeClr val="bg1"/>
                </a:solidFill>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ü"/>
            </a:pPr>
            <a:r>
              <a:rPr lang="en-US" sz="1300" b="1">
                <a:solidFill>
                  <a:schemeClr val="bg1"/>
                </a:solidFill>
              </a:rPr>
              <a:t>Widely Used:</a:t>
            </a:r>
            <a:r>
              <a:rPr lang="en-US" sz="1300">
                <a:solidFill>
                  <a:schemeClr val="bg1"/>
                </a:solidFill>
              </a:rPr>
              <a:t> Common in modems, radio transmission, and telemetry</a:t>
            </a:r>
            <a:r>
              <a:rPr lang="en-US" sz="1300">
                <a:solidFill>
                  <a:schemeClr val="bg1"/>
                </a:solidFill>
                <a:latin typeface="Times New Roman" panose="02020603050405020304" pitchFamily="18" charset="0"/>
                <a:cs typeface="Times New Roman" panose="02020603050405020304" pitchFamily="18" charset="0"/>
              </a:rPr>
              <a:t>.</a:t>
            </a:r>
          </a:p>
          <a:p>
            <a:endParaRPr lang="en-US" sz="140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FA23A0DF-5392-DFBD-A520-FAA02589019C}"/>
            </a:ext>
          </a:extLst>
        </p:cNvPr>
        <p:cNvGrpSpPr/>
        <p:nvPr/>
      </p:nvGrpSpPr>
      <p:grpSpPr>
        <a:xfrm>
          <a:off x="0" y="0"/>
          <a:ext cx="0" cy="0"/>
          <a:chOff x="0" y="0"/>
          <a:chExt cx="0" cy="0"/>
        </a:xfrm>
      </p:grpSpPr>
      <p:sp>
        <p:nvSpPr>
          <p:cNvPr id="214" name="Google Shape;214;p44">
            <a:extLst>
              <a:ext uri="{FF2B5EF4-FFF2-40B4-BE49-F238E27FC236}">
                <a16:creationId xmlns:a16="http://schemas.microsoft.com/office/drawing/2014/main" id="{1B7D8695-3120-ABE0-083B-A259D8A35C98}"/>
              </a:ext>
            </a:extLst>
          </p:cNvPr>
          <p:cNvSpPr txBox="1">
            <a:spLocks noGrp="1"/>
          </p:cNvSpPr>
          <p:nvPr>
            <p:ph type="title"/>
          </p:nvPr>
        </p:nvSpPr>
        <p:spPr>
          <a:xfrm>
            <a:off x="938500" y="445269"/>
            <a:ext cx="58179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Advantages of FDM (Frequency Division Multiplexing)</a:t>
            </a:r>
            <a:endParaRPr lang="en-US" b="1">
              <a:solidFill>
                <a:schemeClr val="accent1"/>
              </a:solidFill>
              <a:latin typeface="Times New Roman" panose="02020603050405020304" pitchFamily="18" charset="0"/>
              <a:cs typeface="Times New Roman" panose="02020603050405020304" pitchFamily="18" charset="0"/>
            </a:endParaRPr>
          </a:p>
        </p:txBody>
      </p:sp>
      <p:cxnSp>
        <p:nvCxnSpPr>
          <p:cNvPr id="216" name="Google Shape;216;p44">
            <a:extLst>
              <a:ext uri="{FF2B5EF4-FFF2-40B4-BE49-F238E27FC236}">
                <a16:creationId xmlns:a16="http://schemas.microsoft.com/office/drawing/2014/main" id="{833EF35C-3314-478D-5C2A-349FA892B318}"/>
              </a:ext>
            </a:extLst>
          </p:cNvPr>
          <p:cNvCxnSpPr>
            <a:cxnSpLocks/>
          </p:cNvCxnSpPr>
          <p:nvPr/>
        </p:nvCxnSpPr>
        <p:spPr>
          <a:xfrm>
            <a:off x="1033951" y="1715885"/>
            <a:ext cx="225944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Google Shape;214;p44">
            <a:extLst>
              <a:ext uri="{FF2B5EF4-FFF2-40B4-BE49-F238E27FC236}">
                <a16:creationId xmlns:a16="http://schemas.microsoft.com/office/drawing/2014/main" id="{D5675184-B73A-66E4-7315-C40E0F0FE106}"/>
              </a:ext>
            </a:extLst>
          </p:cNvPr>
          <p:cNvSpPr txBox="1">
            <a:spLocks/>
          </p:cNvSpPr>
          <p:nvPr/>
        </p:nvSpPr>
        <p:spPr>
          <a:xfrm>
            <a:off x="938500" y="1929216"/>
            <a:ext cx="6783100" cy="29967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marL="342900" indent="-342900">
              <a:lnSpc>
                <a:spcPct val="150000"/>
              </a:lnSpc>
              <a:buFont typeface="Wingdings" panose="05000000000000000000" pitchFamily="2" charset="2"/>
              <a:buChar char="ü"/>
            </a:pPr>
            <a:r>
              <a:rPr lang="en-US" sz="1300" b="1">
                <a:solidFill>
                  <a:schemeClr val="bg1"/>
                </a:solidFill>
              </a:rPr>
              <a:t>Simultaneous Transmission:</a:t>
            </a:r>
            <a:r>
              <a:rPr lang="en-US" sz="1300">
                <a:solidFill>
                  <a:schemeClr val="bg1"/>
                </a:solidFill>
              </a:rPr>
              <a:t> Multiple signals can be sent at the same time </a:t>
            </a:r>
          </a:p>
          <a:p>
            <a:pPr marL="342900" indent="-342900">
              <a:lnSpc>
                <a:spcPct val="150000"/>
              </a:lnSpc>
              <a:buFont typeface="Wingdings" panose="05000000000000000000" pitchFamily="2" charset="2"/>
              <a:buChar char="ü"/>
            </a:pPr>
            <a:r>
              <a:rPr lang="en-US" sz="1300" b="1">
                <a:solidFill>
                  <a:schemeClr val="bg1"/>
                </a:solidFill>
              </a:rPr>
              <a:t>Efficient Bandwidth Use:</a:t>
            </a:r>
            <a:r>
              <a:rPr lang="en-US" sz="1300">
                <a:solidFill>
                  <a:schemeClr val="bg1"/>
                </a:solidFill>
              </a:rPr>
              <a:t> Makes use of available bandwidth by dividing it into channels. </a:t>
            </a:r>
          </a:p>
          <a:p>
            <a:pPr marL="342900" indent="-342900">
              <a:lnSpc>
                <a:spcPct val="150000"/>
              </a:lnSpc>
              <a:buFont typeface="Wingdings" panose="05000000000000000000" pitchFamily="2" charset="2"/>
              <a:buChar char="ü"/>
            </a:pPr>
            <a:r>
              <a:rPr lang="en-US" sz="1300" b="1">
                <a:solidFill>
                  <a:schemeClr val="bg1"/>
                </a:solidFill>
              </a:rPr>
              <a:t>Low Latency:</a:t>
            </a:r>
            <a:r>
              <a:rPr lang="en-US" sz="1300">
                <a:solidFill>
                  <a:schemeClr val="bg1"/>
                </a:solidFill>
              </a:rPr>
              <a:t> Continuous signal flow means minimal delay </a:t>
            </a:r>
          </a:p>
          <a:p>
            <a:pPr marL="342900" indent="-342900">
              <a:lnSpc>
                <a:spcPct val="150000"/>
              </a:lnSpc>
              <a:buFont typeface="Wingdings" panose="05000000000000000000" pitchFamily="2" charset="2"/>
              <a:buChar char="ü"/>
            </a:pPr>
            <a:r>
              <a:rPr lang="en-US" sz="1300" b="1">
                <a:solidFill>
                  <a:schemeClr val="bg1"/>
                </a:solidFill>
              </a:rPr>
              <a:t>Simple Demultiplexing:</a:t>
            </a:r>
            <a:r>
              <a:rPr lang="en-US" sz="1300">
                <a:solidFill>
                  <a:schemeClr val="bg1"/>
                </a:solidFill>
              </a:rPr>
              <a:t> Each signal has its own frequency band, making separation easy. </a:t>
            </a:r>
          </a:p>
          <a:p>
            <a:pPr marL="342900" indent="-342900">
              <a:lnSpc>
                <a:spcPct val="150000"/>
              </a:lnSpc>
              <a:buFont typeface="Wingdings" panose="05000000000000000000" pitchFamily="2" charset="2"/>
              <a:buChar char="ü"/>
            </a:pPr>
            <a:r>
              <a:rPr lang="en-US" sz="1300" b="1">
                <a:solidFill>
                  <a:schemeClr val="bg1"/>
                </a:solidFill>
              </a:rPr>
              <a:t>Used in Analog Systems:</a:t>
            </a:r>
            <a:r>
              <a:rPr lang="en-US" sz="1300">
                <a:solidFill>
                  <a:schemeClr val="bg1"/>
                </a:solidFill>
              </a:rPr>
              <a:t> Ideal for TV, radio, and telephone systems.</a:t>
            </a:r>
          </a:p>
        </p:txBody>
      </p:sp>
    </p:spTree>
    <p:extLst>
      <p:ext uri="{BB962C8B-B14F-4D97-AF65-F5344CB8AC3E}">
        <p14:creationId xmlns:p14="http://schemas.microsoft.com/office/powerpoint/2010/main" val="2425193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6"/>
          <p:cNvSpPr txBox="1">
            <a:spLocks noGrp="1"/>
          </p:cNvSpPr>
          <p:nvPr>
            <p:ph type="title" idx="4"/>
          </p:nvPr>
        </p:nvSpPr>
        <p:spPr>
          <a:xfrm>
            <a:off x="938500" y="1103703"/>
            <a:ext cx="46293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15" name="Google Shape;233;p46">
            <a:extLst>
              <a:ext uri="{FF2B5EF4-FFF2-40B4-BE49-F238E27FC236}">
                <a16:creationId xmlns:a16="http://schemas.microsoft.com/office/drawing/2014/main" id="{88CCCF0D-661C-FD43-FC6C-E7D3BD1A01C2}"/>
              </a:ext>
            </a:extLst>
          </p:cNvPr>
          <p:cNvSpPr txBox="1">
            <a:spLocks/>
          </p:cNvSpPr>
          <p:nvPr/>
        </p:nvSpPr>
        <p:spPr>
          <a:xfrm>
            <a:off x="938500" y="1984523"/>
            <a:ext cx="6384449" cy="1642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algn="just"/>
            <a:r>
              <a:rPr lang="en-US" sz="1200"/>
              <a:t>This experiment showed that we can send two digital signals at the same time using FSK and FDM. The signals were sent, combined, and then separated successfully. It worked like how real systems (like mobile networks and DSL) send data. One big advantage is that it saves bandwidth and allows many users to send data at once. This is useful for fast and efficient communication. But the system is a bit complex. It needs exact timing and filtering. We had to carefully choose the frequencies and adjust filters so the signals didn’t mix or get lost. Overall, it was a good learning experience.</a:t>
            </a:r>
            <a:endParaRPr lang="en-US" sz="2000">
              <a:solidFill>
                <a:schemeClr val="bg1"/>
              </a:solidFill>
            </a:endParaRPr>
          </a:p>
        </p:txBody>
      </p:sp>
      <p:cxnSp>
        <p:nvCxnSpPr>
          <p:cNvPr id="16" name="Google Shape;222;p45">
            <a:extLst>
              <a:ext uri="{FF2B5EF4-FFF2-40B4-BE49-F238E27FC236}">
                <a16:creationId xmlns:a16="http://schemas.microsoft.com/office/drawing/2014/main" id="{6169D62B-0DFC-EE55-D145-131A3E38A310}"/>
              </a:ext>
            </a:extLst>
          </p:cNvPr>
          <p:cNvCxnSpPr>
            <a:cxnSpLocks/>
          </p:cNvCxnSpPr>
          <p:nvPr/>
        </p:nvCxnSpPr>
        <p:spPr>
          <a:xfrm>
            <a:off x="1054737" y="1018454"/>
            <a:ext cx="2161161"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2"/>
        <p:cNvGrpSpPr/>
        <p:nvPr/>
      </p:nvGrpSpPr>
      <p:grpSpPr>
        <a:xfrm>
          <a:off x="0" y="0"/>
          <a:ext cx="0" cy="0"/>
          <a:chOff x="0" y="0"/>
          <a:chExt cx="0" cy="0"/>
        </a:xfrm>
      </p:grpSpPr>
      <p:sp>
        <p:nvSpPr>
          <p:cNvPr id="273" name="Google Shape;273;p49"/>
          <p:cNvSpPr txBox="1">
            <a:spLocks noGrp="1"/>
          </p:cNvSpPr>
          <p:nvPr>
            <p:ph type="ctrTitle"/>
          </p:nvPr>
        </p:nvSpPr>
        <p:spPr>
          <a:xfrm>
            <a:off x="1273500" y="1369000"/>
            <a:ext cx="6597000" cy="98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t>T</a:t>
            </a:r>
            <a:r>
              <a:rPr lang="en"/>
              <a:t>hank you</a:t>
            </a:r>
            <a:endParaRPr/>
          </a:p>
        </p:txBody>
      </p:sp>
      <p:cxnSp>
        <p:nvCxnSpPr>
          <p:cNvPr id="275" name="Google Shape;275;p49"/>
          <p:cNvCxnSpPr/>
          <p:nvPr/>
        </p:nvCxnSpPr>
        <p:spPr>
          <a:xfrm>
            <a:off x="3190500" y="23542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5"/>
        <p:cNvGrpSpPr/>
        <p:nvPr/>
      </p:nvGrpSpPr>
      <p:grpSpPr>
        <a:xfrm>
          <a:off x="0" y="0"/>
          <a:ext cx="0" cy="0"/>
          <a:chOff x="0" y="0"/>
          <a:chExt cx="0" cy="0"/>
        </a:xfrm>
      </p:grpSpPr>
      <p:sp>
        <p:nvSpPr>
          <p:cNvPr id="1986" name="Google Shape;1986;p56"/>
          <p:cNvSpPr txBox="1">
            <a:spLocks noGrp="1"/>
          </p:cNvSpPr>
          <p:nvPr>
            <p:ph type="title"/>
          </p:nvPr>
        </p:nvSpPr>
        <p:spPr>
          <a:xfrm>
            <a:off x="2378990" y="1648132"/>
            <a:ext cx="4386020" cy="122347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800"/>
              <a:t>QUESTION </a:t>
            </a:r>
            <a:br>
              <a:rPr lang="en-US" sz="2800"/>
            </a:br>
            <a:r>
              <a:rPr lang="en-US" sz="2800"/>
              <a:t>ANSWER PART</a:t>
            </a:r>
            <a:endParaRPr/>
          </a:p>
        </p:txBody>
      </p:sp>
      <p:cxnSp>
        <p:nvCxnSpPr>
          <p:cNvPr id="1988" name="Google Shape;1988;p56"/>
          <p:cNvCxnSpPr/>
          <p:nvPr/>
        </p:nvCxnSpPr>
        <p:spPr>
          <a:xfrm>
            <a:off x="3219902" y="287160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5" name="Google Shape;1986;p56">
            <a:extLst>
              <a:ext uri="{FF2B5EF4-FFF2-40B4-BE49-F238E27FC236}">
                <a16:creationId xmlns:a16="http://schemas.microsoft.com/office/drawing/2014/main" id="{49135514-DDEB-0670-CC77-247CE7A486C7}"/>
              </a:ext>
            </a:extLst>
          </p:cNvPr>
          <p:cNvSpPr txBox="1">
            <a:spLocks/>
          </p:cNvSpPr>
          <p:nvPr/>
        </p:nvSpPr>
        <p:spPr>
          <a:xfrm>
            <a:off x="3091912" y="1739817"/>
            <a:ext cx="697424" cy="90220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7200"/>
              <a:buFont typeface="Montserrat ExtraBold"/>
              <a:buNone/>
              <a:defRPr sz="72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7200"/>
              <a:buFont typeface="Montserrat"/>
              <a:buNone/>
              <a:defRPr sz="7200" b="0" i="0" u="none" strike="noStrike" cap="none">
                <a:solidFill>
                  <a:schemeClr val="lt1"/>
                </a:solidFill>
                <a:latin typeface="Montserrat"/>
                <a:ea typeface="Montserrat"/>
                <a:cs typeface="Montserrat"/>
                <a:sym typeface="Montserrat"/>
              </a:defRPr>
            </a:lvl9pPr>
          </a:lstStyle>
          <a:p>
            <a:r>
              <a:rPr lang="en-US" sz="4800">
                <a:latin typeface="Arial" panose="020B0604020202020204" pitchFamily="34" charset="0"/>
                <a:cs typeface="Arial" panose="020B0604020202020204" pitchFamily="34" charset="0"/>
              </a:rPr>
              <a:t>“</a:t>
            </a:r>
            <a:endParaRPr lang="en-US" sz="9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9458108"/>
      </p:ext>
    </p:extLst>
  </p:cSld>
  <p:clrMapOvr>
    <a:masterClrMapping/>
  </p:clrMapOvr>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A3EB3CD0360E4AA15AF2CB7AD03910" ma:contentTypeVersion="5" ma:contentTypeDescription="Create a new document." ma:contentTypeScope="" ma:versionID="3e6075ac4548b319f4552899440d95ff">
  <xsd:schema xmlns:xsd="http://www.w3.org/2001/XMLSchema" xmlns:xs="http://www.w3.org/2001/XMLSchema" xmlns:p="http://schemas.microsoft.com/office/2006/metadata/properties" xmlns:ns2="7c2318b8-3f44-4fc6-8641-c64fef1dffaa" targetNamespace="http://schemas.microsoft.com/office/2006/metadata/properties" ma:root="true" ma:fieldsID="2f9fcadf05b51fdeab9c183763e7e38d" ns2:_="">
    <xsd:import namespace="7c2318b8-3f44-4fc6-8641-c64fef1dff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d_x002e_FarhadHossai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2318b8-3f44-4fc6-8641-c64fef1dff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d_x002e_FarhadHossain" ma:index="12" nillable="true" ma:displayName="Md. Farhad Hossain" ma:format="DateOnly" ma:internalName="Md_x002e_FarhadHossain">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d_x002e_FarhadHossain xmlns="7c2318b8-3f44-4fc6-8641-c64fef1dffa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F7689-A6F8-4E47-84CC-0BE26164A060}">
  <ds:schemaRefs>
    <ds:schemaRef ds:uri="7c2318b8-3f44-4fc6-8641-c64fef1dffa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6674F22-BAC3-4101-A3A1-E80DF0679A6D}">
  <ds:schemaRefs>
    <ds:schemaRef ds:uri="7c2318b8-3f44-4fc6-8641-c64fef1dffa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A165F21-A738-4FF3-B4D5-2A651E9925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TotalTime>
  <Words>571</Words>
  <Application>Microsoft Office PowerPoint</Application>
  <PresentationFormat>On-screen Show (16:9)</PresentationFormat>
  <Paragraphs>45</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Times New Roman</vt:lpstr>
      <vt:lpstr>Bahnschrift SemiBold</vt:lpstr>
      <vt:lpstr>Wingdings</vt:lpstr>
      <vt:lpstr>Montserrat</vt:lpstr>
      <vt:lpstr>Montserrat ExtraBold</vt:lpstr>
      <vt:lpstr>Futuristic Background by Slidesgo</vt:lpstr>
      <vt:lpstr>WELCOME to</vt:lpstr>
      <vt:lpstr>AIMS AND OBJECTIVES </vt:lpstr>
      <vt:lpstr>Impact on Society, Health, and Safety </vt:lpstr>
      <vt:lpstr>Digital to Analog Conversion</vt:lpstr>
      <vt:lpstr>Implementation of BFSK</vt:lpstr>
      <vt:lpstr>Frequency-Division Multiplexing</vt:lpstr>
      <vt:lpstr>FDM Process</vt:lpstr>
      <vt:lpstr>Procedure</vt:lpstr>
      <vt:lpstr>Matlab Output</vt:lpstr>
      <vt:lpstr>Advantages of FSK (Frequency Shift Keying)</vt:lpstr>
      <vt:lpstr>Advantages of FDM (Frequency Division Multiplexing)</vt:lpstr>
      <vt:lpstr>CONCLUSION</vt:lpstr>
      <vt:lpstr>Thank you</vt:lpstr>
      <vt:lpstr>QUESTION  ANSWER PART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আফীফ .</dc:creator>
  <cp:lastModifiedBy>MOHSIN IBNA HOSSAIN</cp:lastModifiedBy>
  <cp:revision>5</cp:revision>
  <dcterms:modified xsi:type="dcterms:W3CDTF">2025-06-01T18:29:09Z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0x0101007FA3EB3CD0360E4AA15AF2CB7AD03910</vt:lpwstr>
  </property>
</Properties>
</file>